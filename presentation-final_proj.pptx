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16"/>
  </p:notesMasterIdLst>
  <p:sldIdLst>
    <p:sldId id="256" r:id="rId2"/>
    <p:sldId id="268" r:id="rId3"/>
    <p:sldId id="258" r:id="rId4"/>
    <p:sldId id="257" r:id="rId5"/>
    <p:sldId id="270" r:id="rId6"/>
    <p:sldId id="278" r:id="rId7"/>
    <p:sldId id="269" r:id="rId8"/>
    <p:sldId id="259" r:id="rId9"/>
    <p:sldId id="272" r:id="rId10"/>
    <p:sldId id="273" r:id="rId11"/>
    <p:sldId id="266" r:id="rId12"/>
    <p:sldId id="275" r:id="rId13"/>
    <p:sldId id="274" r:id="rId14"/>
    <p:sldId id="261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12331-4FED-AB2E-6C54-17162AE3798E}" v="65" dt="2026-01-21T08:57:24.855"/>
    <p1510:client id="{35804EA3-CF18-2F03-FBF9-DEE9EBCCDFDF}" v="1184" dt="2026-01-19T16:14:52.844"/>
    <p1510:client id="{38B01D5D-E717-143F-B803-FAA8F4F233C0}" v="8" dt="2026-01-20T22:01:03.461"/>
    <p1510:client id="{86803292-813F-83F9-E490-0AC70A4F95C0}" v="2" dt="2026-01-19T09:17:12.350"/>
    <p1510:client id="{B70D89CB-5EE7-D652-AAAC-D6AEE762ADB7}" v="1335" dt="2026-01-21T08:31:01.732"/>
    <p1510:client id="{E2658C4C-BACF-78FC-EA93-50A90BDEF824}" v="607" dt="2026-01-21T09:08:00.687"/>
    <p1510:client id="{F3F611DE-61E3-4340-C7F1-A2D8D297E230}" v="696" dt="2026-01-20T21:51:23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9603324B-29AC-1130-F0D7-D94CCC8747F3}"/>
    <pc:docChg chg="addSld delSld modSld">
      <pc:chgData name="Guest User" userId="" providerId="Windows Live" clId="Web-{9603324B-29AC-1130-F0D7-D94CCC8747F3}" dt="2026-01-16T14:51:00.389" v="177"/>
      <pc:docMkLst>
        <pc:docMk/>
      </pc:docMkLst>
      <pc:sldChg chg="modNotes">
        <pc:chgData name="Guest User" userId="" providerId="Windows Live" clId="Web-{9603324B-29AC-1130-F0D7-D94CCC8747F3}" dt="2026-01-16T13:00:31.481" v="56"/>
        <pc:sldMkLst>
          <pc:docMk/>
          <pc:sldMk cId="1162810560" sldId="257"/>
        </pc:sldMkLst>
      </pc:sldChg>
      <pc:sldChg chg="addSp delSp modSp">
        <pc:chgData name="Guest User" userId="" providerId="Windows Live" clId="Web-{9603324B-29AC-1130-F0D7-D94CCC8747F3}" dt="2026-01-16T13:19:16.576" v="149"/>
        <pc:sldMkLst>
          <pc:docMk/>
          <pc:sldMk cId="3985436350" sldId="258"/>
        </pc:sldMkLst>
        <pc:spChg chg="mod">
          <ac:chgData name="Guest User" userId="" providerId="Windows Live" clId="Web-{9603324B-29AC-1130-F0D7-D94CCC8747F3}" dt="2026-01-16T13:19:16.576" v="149"/>
          <ac:spMkLst>
            <pc:docMk/>
            <pc:sldMk cId="3985436350" sldId="258"/>
            <ac:spMk id="2" creationId="{2DEE84C5-41F7-D872-1152-13191A42A388}"/>
          </ac:spMkLst>
        </pc:spChg>
        <pc:spChg chg="mod ord">
          <ac:chgData name="Guest User" userId="" providerId="Windows Live" clId="Web-{9603324B-29AC-1130-F0D7-D94CCC8747F3}" dt="2026-01-16T13:19:16.576" v="149"/>
          <ac:spMkLst>
            <pc:docMk/>
            <pc:sldMk cId="3985436350" sldId="258"/>
            <ac:spMk id="3" creationId="{9BB5E9CD-31E9-1F87-8285-6EA9AAFB57E9}"/>
          </ac:spMkLst>
        </pc:spChg>
        <pc:spChg chg="add">
          <ac:chgData name="Guest User" userId="" providerId="Windows Live" clId="Web-{9603324B-29AC-1130-F0D7-D94CCC8747F3}" dt="2026-01-16T13:19:16.576" v="149"/>
          <ac:spMkLst>
            <pc:docMk/>
            <pc:sldMk cId="3985436350" sldId="258"/>
            <ac:spMk id="106" creationId="{2EB492CD-616E-47F8-933B-5E2D952A0593}"/>
          </ac:spMkLst>
        </pc:spChg>
        <pc:spChg chg="add">
          <ac:chgData name="Guest User" userId="" providerId="Windows Live" clId="Web-{9603324B-29AC-1130-F0D7-D94CCC8747F3}" dt="2026-01-16T13:19:16.576" v="149"/>
          <ac:spMkLst>
            <pc:docMk/>
            <pc:sldMk cId="3985436350" sldId="258"/>
            <ac:spMk id="107" creationId="{59383CF9-23B5-4335-9B21-1791C4CF1C75}"/>
          </ac:spMkLst>
        </pc:spChg>
        <pc:spChg chg="add">
          <ac:chgData name="Guest User" userId="" providerId="Windows Live" clId="Web-{9603324B-29AC-1130-F0D7-D94CCC8747F3}" dt="2026-01-16T13:19:16.576" v="149"/>
          <ac:spMkLst>
            <pc:docMk/>
            <pc:sldMk cId="3985436350" sldId="258"/>
            <ac:spMk id="108" creationId="{0007FE00-9498-4706-B255-6437B0252C02}"/>
          </ac:spMkLst>
        </pc:spChg>
      </pc:sldChg>
      <pc:sldChg chg="modNotes">
        <pc:chgData name="Guest User" userId="" providerId="Windows Live" clId="Web-{9603324B-29AC-1130-F0D7-D94CCC8747F3}" dt="2026-01-16T13:03:04.987" v="58"/>
        <pc:sldMkLst>
          <pc:docMk/>
          <pc:sldMk cId="3639034323" sldId="259"/>
        </pc:sldMkLst>
      </pc:sldChg>
      <pc:sldChg chg="addSp delSp modSp">
        <pc:chgData name="Guest User" userId="" providerId="Windows Live" clId="Web-{9603324B-29AC-1130-F0D7-D94CCC8747F3}" dt="2026-01-16T13:26:28.507" v="175"/>
        <pc:sldMkLst>
          <pc:docMk/>
          <pc:sldMk cId="256182346" sldId="261"/>
        </pc:sldMkLst>
        <pc:spChg chg="mod">
          <ac:chgData name="Guest User" userId="" providerId="Windows Live" clId="Web-{9603324B-29AC-1130-F0D7-D94CCC8747F3}" dt="2026-01-16T13:26:28.507" v="175"/>
          <ac:spMkLst>
            <pc:docMk/>
            <pc:sldMk cId="256182346" sldId="261"/>
            <ac:spMk id="2" creationId="{F81770E9-D175-7435-3DC0-7B6A0FFDF891}"/>
          </ac:spMkLst>
        </pc:spChg>
      </pc:sldChg>
      <pc:sldChg chg="modSp modNotes">
        <pc:chgData name="Guest User" userId="" providerId="Windows Live" clId="Web-{9603324B-29AC-1130-F0D7-D94CCC8747F3}" dt="2026-01-16T13:16:32.631" v="140" actId="20577"/>
        <pc:sldMkLst>
          <pc:docMk/>
          <pc:sldMk cId="2789425548" sldId="266"/>
        </pc:sldMkLst>
        <pc:spChg chg="mod">
          <ac:chgData name="Guest User" userId="" providerId="Windows Live" clId="Web-{9603324B-29AC-1130-F0D7-D94CCC8747F3}" dt="2026-01-16T13:16:32.631" v="140" actId="20577"/>
          <ac:spMkLst>
            <pc:docMk/>
            <pc:sldMk cId="2789425548" sldId="266"/>
            <ac:spMk id="3" creationId="{05FCC5A2-3B98-B8AF-9572-D30FBD072763}"/>
          </ac:spMkLst>
        </pc:spChg>
      </pc:sldChg>
    </pc:docChg>
  </pc:docChgLst>
  <pc:docChgLst>
    <pc:chgData name="Federica Santi" userId="249034e57db1e5f0" providerId="Windows Live" clId="Web-{0BDBBA9A-FB6E-4CDA-ADB3-8CE5ABDA18C4}"/>
    <pc:docChg chg="addSld delSld modSld sldOrd addMainMaster delMainMaster">
      <pc:chgData name="Federica Santi" userId="249034e57db1e5f0" providerId="Windows Live" clId="Web-{0BDBBA9A-FB6E-4CDA-ADB3-8CE5ABDA18C4}" dt="2026-01-16T13:28:28.639" v="2257" actId="20577"/>
      <pc:docMkLst>
        <pc:docMk/>
      </pc:docMkLst>
      <pc:sldChg chg="addSp modSp mod modClrScheme chgLayout">
        <pc:chgData name="Federica Santi" userId="249034e57db1e5f0" providerId="Windows Live" clId="Web-{0BDBBA9A-FB6E-4CDA-ADB3-8CE5ABDA18C4}" dt="2026-01-15T10:31:04.357" v="97" actId="20577"/>
        <pc:sldMkLst>
          <pc:docMk/>
          <pc:sldMk cId="3962583941" sldId="256"/>
        </pc:sldMkLst>
        <pc:spChg chg="mod">
          <ac:chgData name="Federica Santi" userId="249034e57db1e5f0" providerId="Windows Live" clId="Web-{0BDBBA9A-FB6E-4CDA-ADB3-8CE5ABDA18C4}" dt="2026-01-15T10:30:37.279" v="70" actId="20577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Federica Santi" userId="249034e57db1e5f0" providerId="Windows Live" clId="Web-{0BDBBA9A-FB6E-4CDA-ADB3-8CE5ABDA18C4}" dt="2026-01-15T10:31:04.357" v="97" actId="20577"/>
          <ac:spMkLst>
            <pc:docMk/>
            <pc:sldMk cId="3962583941" sldId="256"/>
            <ac:spMk id="3" creationId="{00000000-0000-0000-0000-000000000000}"/>
          </ac:spMkLst>
        </pc:spChg>
      </pc:sldChg>
      <pc:sldChg chg="modSp new">
        <pc:chgData name="Federica Santi" userId="249034e57db1e5f0" providerId="Windows Live" clId="Web-{0BDBBA9A-FB6E-4CDA-ADB3-8CE5ABDA18C4}" dt="2026-01-15T11:27:44.045" v="1051" actId="20577"/>
        <pc:sldMkLst>
          <pc:docMk/>
          <pc:sldMk cId="1162810560" sldId="257"/>
        </pc:sldMkLst>
        <pc:spChg chg="mod">
          <ac:chgData name="Federica Santi" userId="249034e57db1e5f0" providerId="Windows Live" clId="Web-{0BDBBA9A-FB6E-4CDA-ADB3-8CE5ABDA18C4}" dt="2026-01-15T10:55:07.945" v="378" actId="20577"/>
          <ac:spMkLst>
            <pc:docMk/>
            <pc:sldMk cId="1162810560" sldId="257"/>
            <ac:spMk id="2" creationId="{A8006616-ABD6-0463-E365-EE2E8573DA33}"/>
          </ac:spMkLst>
        </pc:spChg>
      </pc:sldChg>
      <pc:sldChg chg="modSp new ord">
        <pc:chgData name="Federica Santi" userId="249034e57db1e5f0" providerId="Windows Live" clId="Web-{0BDBBA9A-FB6E-4CDA-ADB3-8CE5ABDA18C4}" dt="2026-01-15T11:29:03.374" v="1053" actId="20577"/>
        <pc:sldMkLst>
          <pc:docMk/>
          <pc:sldMk cId="3985436350" sldId="258"/>
        </pc:sldMkLst>
        <pc:spChg chg="mod">
          <ac:chgData name="Federica Santi" userId="249034e57db1e5f0" providerId="Windows Live" clId="Web-{0BDBBA9A-FB6E-4CDA-ADB3-8CE5ABDA18C4}" dt="2026-01-15T11:29:03.374" v="1053" actId="20577"/>
          <ac:spMkLst>
            <pc:docMk/>
            <pc:sldMk cId="3985436350" sldId="258"/>
            <ac:spMk id="2" creationId="{2DEE84C5-41F7-D872-1152-13191A42A388}"/>
          </ac:spMkLst>
        </pc:spChg>
        <pc:spChg chg="mod">
          <ac:chgData name="Federica Santi" userId="249034e57db1e5f0" providerId="Windows Live" clId="Web-{0BDBBA9A-FB6E-4CDA-ADB3-8CE5ABDA18C4}" dt="2026-01-15T10:57:39.821" v="435" actId="20577"/>
          <ac:spMkLst>
            <pc:docMk/>
            <pc:sldMk cId="3985436350" sldId="258"/>
            <ac:spMk id="3" creationId="{9BB5E9CD-31E9-1F87-8285-6EA9AAFB57E9}"/>
          </ac:spMkLst>
        </pc:spChg>
      </pc:sldChg>
      <pc:sldChg chg="modSp new ord">
        <pc:chgData name="Federica Santi" userId="249034e57db1e5f0" providerId="Windows Live" clId="Web-{0BDBBA9A-FB6E-4CDA-ADB3-8CE5ABDA18C4}" dt="2026-01-16T13:28:22.279" v="2249" actId="20577"/>
        <pc:sldMkLst>
          <pc:docMk/>
          <pc:sldMk cId="3639034323" sldId="259"/>
        </pc:sldMkLst>
        <pc:spChg chg="mod">
          <ac:chgData name="Federica Santi" userId="249034e57db1e5f0" providerId="Windows Live" clId="Web-{0BDBBA9A-FB6E-4CDA-ADB3-8CE5ABDA18C4}" dt="2026-01-16T10:22:04.095" v="1831" actId="20577"/>
          <ac:spMkLst>
            <pc:docMk/>
            <pc:sldMk cId="3639034323" sldId="259"/>
            <ac:spMk id="2" creationId="{70610837-563E-4D84-6BC4-D9E65FF56FA6}"/>
          </ac:spMkLst>
        </pc:spChg>
      </pc:sldChg>
      <pc:sldChg chg="modSp new">
        <pc:chgData name="Federica Santi" userId="249034e57db1e5f0" providerId="Windows Live" clId="Web-{0BDBBA9A-FB6E-4CDA-ADB3-8CE5ABDA18C4}" dt="2026-01-16T13:19:10.766" v="2236"/>
        <pc:sldMkLst>
          <pc:docMk/>
          <pc:sldMk cId="256182346" sldId="261"/>
        </pc:sldMkLst>
        <pc:spChg chg="mod">
          <ac:chgData name="Federica Santi" userId="249034e57db1e5f0" providerId="Windows Live" clId="Web-{0BDBBA9A-FB6E-4CDA-ADB3-8CE5ABDA18C4}" dt="2026-01-16T13:12:34.822" v="2227" actId="20577"/>
          <ac:spMkLst>
            <pc:docMk/>
            <pc:sldMk cId="256182346" sldId="261"/>
            <ac:spMk id="2" creationId="{F81770E9-D175-7435-3DC0-7B6A0FFDF891}"/>
          </ac:spMkLst>
        </pc:spChg>
      </pc:sldChg>
      <pc:sldChg chg="modSp new">
        <pc:chgData name="Federica Santi" userId="249034e57db1e5f0" providerId="Windows Live" clId="Web-{0BDBBA9A-FB6E-4CDA-ADB3-8CE5ABDA18C4}" dt="2026-01-16T13:10:15.677" v="2142" actId="20577"/>
        <pc:sldMkLst>
          <pc:docMk/>
          <pc:sldMk cId="2789425548" sldId="266"/>
        </pc:sldMkLst>
        <pc:spChg chg="mod">
          <ac:chgData name="Federica Santi" userId="249034e57db1e5f0" providerId="Windows Live" clId="Web-{0BDBBA9A-FB6E-4CDA-ADB3-8CE5ABDA18C4}" dt="2026-01-16T10:06:03.084" v="1422" actId="20577"/>
          <ac:spMkLst>
            <pc:docMk/>
            <pc:sldMk cId="2789425548" sldId="266"/>
            <ac:spMk id="2" creationId="{FA347367-2A9D-EF63-E588-CE16F2E80A04}"/>
          </ac:spMkLst>
        </pc:spChg>
        <pc:spChg chg="mod">
          <ac:chgData name="Federica Santi" userId="249034e57db1e5f0" providerId="Windows Live" clId="Web-{0BDBBA9A-FB6E-4CDA-ADB3-8CE5ABDA18C4}" dt="2026-01-16T13:10:15.677" v="2142" actId="20577"/>
          <ac:spMkLst>
            <pc:docMk/>
            <pc:sldMk cId="2789425548" sldId="266"/>
            <ac:spMk id="3" creationId="{05FCC5A2-3B98-B8AF-9572-D30FBD072763}"/>
          </ac:spMkLst>
        </pc:spChg>
      </pc:sldChg>
      <pc:sldMasterChg chg="add addSldLayout">
        <pc:chgData name="Federica Santi" userId="249034e57db1e5f0" providerId="Windows Live" clId="Web-{0BDBBA9A-FB6E-4CDA-ADB3-8CE5ABDA18C4}" dt="2026-01-15T10:30:18.232" v="30"/>
        <pc:sldMasterMkLst>
          <pc:docMk/>
          <pc:sldMasterMk cId="2651892557" sldId="2147483761"/>
        </pc:sldMasterMkLst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95028178" sldId="2147483712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977855361" sldId="2147483713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389221624" sldId="2147483714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563195339" sldId="2147483715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925560719" sldId="2147483716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51373123" sldId="2147483717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374761934" sldId="2147483718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386561360" sldId="2147483719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219018770" sldId="2147483720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483888772" sldId="2147483721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373036110" sldId="2147483722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687838485" sldId="2147483723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118008383" sldId="2147483724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084496690" sldId="2147483725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965518609" sldId="2147483726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51558245" sldId="2147483727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492024860" sldId="2147483728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81015092" sldId="2147483729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4065670203" sldId="2147483730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4268769492" sldId="2147483731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221261437" sldId="2147483732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728008443" sldId="2147483733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392617145" sldId="2147483734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375469434" sldId="2147483735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062434469" sldId="2147483736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812006312" sldId="2147483737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848756574" sldId="2147483738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039945255" sldId="2147483739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773204916" sldId="2147483740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598679354" sldId="2147483741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938751936" sldId="2147483742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928436276" sldId="2147483743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535105372" sldId="2147483744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4039805056" sldId="2147483745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413134584" sldId="2147483746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171585980" sldId="2147483747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352647886" sldId="2147483748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777540560" sldId="2147483749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512141693" sldId="2147483750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188104167" sldId="2147483751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385740211" sldId="2147483752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799279346" sldId="2147483753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903401790" sldId="2147483754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081109808" sldId="2147483755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252716571" sldId="2147483756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1467099402" sldId="2147483757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187563671" sldId="2147483758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2453833362" sldId="2147483759"/>
          </pc:sldLayoutMkLst>
        </pc:sldLayoutChg>
        <pc:sldLayoutChg chg="add">
          <pc:chgData name="Federica Santi" userId="249034e57db1e5f0" providerId="Windows Live" clId="Web-{0BDBBA9A-FB6E-4CDA-ADB3-8CE5ABDA18C4}" dt="2026-01-15T10:30:18.232" v="30"/>
          <pc:sldLayoutMkLst>
            <pc:docMk/>
            <pc:sldMasterMk cId="2651892557" sldId="2147483761"/>
            <pc:sldLayoutMk cId="3314445537" sldId="2147483760"/>
          </pc:sldLayoutMkLst>
        </pc:sldLayoutChg>
      </pc:sldMasterChg>
    </pc:docChg>
  </pc:docChgLst>
  <pc:docChgLst>
    <pc:chgData name="Guest User" providerId="Windows Live" clId="Web-{AA3CEFDF-E40A-BE9C-72B7-60426B7443DA}"/>
    <pc:docChg chg="addSld delSld modSld sldOrd">
      <pc:chgData name="Guest User" userId="" providerId="Windows Live" clId="Web-{AA3CEFDF-E40A-BE9C-72B7-60426B7443DA}" dt="2026-01-15T13:58:13.270" v="331"/>
      <pc:docMkLst>
        <pc:docMk/>
      </pc:docMkLst>
      <pc:sldChg chg="addSp delSp modSp mod setBg">
        <pc:chgData name="Guest User" userId="" providerId="Windows Live" clId="Web-{AA3CEFDF-E40A-BE9C-72B7-60426B7443DA}" dt="2026-01-15T13:52:37.958" v="315"/>
        <pc:sldMkLst>
          <pc:docMk/>
          <pc:sldMk cId="3962583941" sldId="256"/>
        </pc:sldMkLst>
        <pc:spChg chg="mod">
          <ac:chgData name="Guest User" userId="" providerId="Windows Live" clId="Web-{AA3CEFDF-E40A-BE9C-72B7-60426B7443DA}" dt="2026-01-15T13:52:37.958" v="315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Guest User" userId="" providerId="Windows Live" clId="Web-{AA3CEFDF-E40A-BE9C-72B7-60426B7443DA}" dt="2026-01-15T13:52:37.958" v="315"/>
          <ac:spMkLst>
            <pc:docMk/>
            <pc:sldMk cId="3962583941" sldId="256"/>
            <ac:spMk id="3" creationId="{00000000-0000-0000-0000-000000000000}"/>
          </ac:spMkLst>
        </pc:spChg>
      </pc:sldChg>
      <pc:sldChg chg="modSp">
        <pc:chgData name="Guest User" userId="" providerId="Windows Live" clId="Web-{AA3CEFDF-E40A-BE9C-72B7-60426B7443DA}" dt="2026-01-15T13:57:55.473" v="329" actId="14100"/>
        <pc:sldMkLst>
          <pc:docMk/>
          <pc:sldMk cId="1162810560" sldId="257"/>
        </pc:sldMkLst>
        <pc:spChg chg="mod">
          <ac:chgData name="Guest User" userId="" providerId="Windows Live" clId="Web-{AA3CEFDF-E40A-BE9C-72B7-60426B7443DA}" dt="2026-01-15T13:57:55.473" v="329" actId="14100"/>
          <ac:spMkLst>
            <pc:docMk/>
            <pc:sldMk cId="1162810560" sldId="257"/>
            <ac:spMk id="2" creationId="{A8006616-ABD6-0463-E365-EE2E8573DA33}"/>
          </ac:spMkLst>
        </pc:spChg>
        <pc:spChg chg="mod">
          <ac:chgData name="Guest User" userId="" providerId="Windows Live" clId="Web-{AA3CEFDF-E40A-BE9C-72B7-60426B7443DA}" dt="2026-01-15T13:55:46.344" v="325" actId="20577"/>
          <ac:spMkLst>
            <pc:docMk/>
            <pc:sldMk cId="1162810560" sldId="257"/>
            <ac:spMk id="20" creationId="{1A3415B2-5955-728C-C189-C34D22254E7B}"/>
          </ac:spMkLst>
        </pc:spChg>
      </pc:sldChg>
      <pc:sldChg chg="modSp">
        <pc:chgData name="Guest User" userId="" providerId="Windows Live" clId="Web-{AA3CEFDF-E40A-BE9C-72B7-60426B7443DA}" dt="2026-01-15T13:45:39.959" v="295" actId="14100"/>
        <pc:sldMkLst>
          <pc:docMk/>
          <pc:sldMk cId="3985436350" sldId="258"/>
        </pc:sldMkLst>
        <pc:spChg chg="mod">
          <ac:chgData name="Guest User" userId="" providerId="Windows Live" clId="Web-{AA3CEFDF-E40A-BE9C-72B7-60426B7443DA}" dt="2026-01-15T13:28:47.268" v="13" actId="20577"/>
          <ac:spMkLst>
            <pc:docMk/>
            <pc:sldMk cId="3985436350" sldId="258"/>
            <ac:spMk id="2" creationId="{2DEE84C5-41F7-D872-1152-13191A42A388}"/>
          </ac:spMkLst>
        </pc:spChg>
        <pc:spChg chg="mod">
          <ac:chgData name="Guest User" userId="" providerId="Windows Live" clId="Web-{AA3CEFDF-E40A-BE9C-72B7-60426B7443DA}" dt="2026-01-15T13:45:39.959" v="295" actId="14100"/>
          <ac:spMkLst>
            <pc:docMk/>
            <pc:sldMk cId="3985436350" sldId="258"/>
            <ac:spMk id="3" creationId="{9BB5E9CD-31E9-1F87-8285-6EA9AAFB57E9}"/>
          </ac:spMkLst>
        </pc:spChg>
      </pc:sldChg>
      <pc:sldChg chg="addSp modSp">
        <pc:chgData name="Guest User" userId="" providerId="Windows Live" clId="Web-{AA3CEFDF-E40A-BE9C-72B7-60426B7443DA}" dt="2026-01-15T13:44:55.834" v="288"/>
        <pc:sldMkLst>
          <pc:docMk/>
          <pc:sldMk cId="3639034323" sldId="259"/>
        </pc:sldMkLst>
      </pc:sldChg>
      <pc:sldChg chg="addSp modSp">
        <pc:chgData name="Guest User" userId="" providerId="Windows Live" clId="Web-{AA3CEFDF-E40A-BE9C-72B7-60426B7443DA}" dt="2026-01-15T13:45:03.584" v="290"/>
        <pc:sldMkLst>
          <pc:docMk/>
          <pc:sldMk cId="256182346" sldId="261"/>
        </pc:sldMkLst>
      </pc:sldChg>
    </pc:docChg>
  </pc:docChgLst>
  <pc:docChgLst>
    <pc:chgData name="Guest User" providerId="Windows Live" clId="Web-{8E8ACABF-BE68-A99F-E267-40E4ECD30FA5}"/>
    <pc:docChg chg="modSld">
      <pc:chgData name="Guest User" userId="" providerId="Windows Live" clId="Web-{8E8ACABF-BE68-A99F-E267-40E4ECD30FA5}" dt="2026-01-16T11:35:29.406" v="44" actId="20577"/>
      <pc:docMkLst>
        <pc:docMk/>
      </pc:docMkLst>
      <pc:sldChg chg="addSp delSp modSp">
        <pc:chgData name="Guest User" userId="" providerId="Windows Live" clId="Web-{8E8ACABF-BE68-A99F-E267-40E4ECD30FA5}" dt="2026-01-16T11:35:29.406" v="44" actId="20577"/>
        <pc:sldMkLst>
          <pc:docMk/>
          <pc:sldMk cId="3962583941" sldId="256"/>
        </pc:sldMkLst>
        <pc:spChg chg="mod">
          <ac:chgData name="Guest User" userId="" providerId="Windows Live" clId="Web-{8E8ACABF-BE68-A99F-E267-40E4ECD30FA5}" dt="2026-01-16T11:35:29.406" v="44" actId="20577"/>
          <ac:spMkLst>
            <pc:docMk/>
            <pc:sldMk cId="3962583941" sldId="256"/>
            <ac:spMk id="2" creationId="{00000000-0000-0000-0000-000000000000}"/>
          </ac:spMkLst>
        </pc:spChg>
      </pc:sldChg>
    </pc:docChg>
  </pc:docChgLst>
  <pc:docChgLst>
    <pc:chgData name="Utente guest" providerId="Windows Live" clId="Web-{35804EA3-CF18-2F03-FBF9-DEE9EBCCDFDF}"/>
    <pc:docChg chg="addSld delSld modSld sldOrd">
      <pc:chgData name="Utente guest" userId="" providerId="Windows Live" clId="Web-{35804EA3-CF18-2F03-FBF9-DEE9EBCCDFDF}" dt="2026-01-19T16:14:52.844" v="1154" actId="20577"/>
      <pc:docMkLst>
        <pc:docMk/>
      </pc:docMkLst>
      <pc:sldChg chg="modSp">
        <pc:chgData name="Utente guest" userId="" providerId="Windows Live" clId="Web-{35804EA3-CF18-2F03-FBF9-DEE9EBCCDFDF}" dt="2026-01-19T14:34:09.778" v="626" actId="20577"/>
        <pc:sldMkLst>
          <pc:docMk/>
          <pc:sldMk cId="1162810560" sldId="257"/>
        </pc:sldMkLst>
        <pc:spChg chg="mod">
          <ac:chgData name="Utente guest" userId="" providerId="Windows Live" clId="Web-{35804EA3-CF18-2F03-FBF9-DEE9EBCCDFDF}" dt="2026-01-19T14:34:09.778" v="626" actId="20577"/>
          <ac:spMkLst>
            <pc:docMk/>
            <pc:sldMk cId="1162810560" sldId="257"/>
            <ac:spMk id="20" creationId="{1A3415B2-5955-728C-C189-C34D22254E7B}"/>
          </ac:spMkLst>
        </pc:spChg>
        <pc:picChg chg="mod">
          <ac:chgData name="Utente guest" userId="" providerId="Windows Live" clId="Web-{35804EA3-CF18-2F03-FBF9-DEE9EBCCDFDF}" dt="2026-01-19T14:33:04.244" v="607" actId="1076"/>
          <ac:picMkLst>
            <pc:docMk/>
            <pc:sldMk cId="1162810560" sldId="257"/>
            <ac:picMk id="5" creationId="{41BFCA9C-6976-2401-0526-9971F19C994C}"/>
          </ac:picMkLst>
        </pc:picChg>
        <pc:picChg chg="mod">
          <ac:chgData name="Utente guest" userId="" providerId="Windows Live" clId="Web-{35804EA3-CF18-2F03-FBF9-DEE9EBCCDFDF}" dt="2026-01-19T14:33:01.603" v="606" actId="1076"/>
          <ac:picMkLst>
            <pc:docMk/>
            <pc:sldMk cId="1162810560" sldId="257"/>
            <ac:picMk id="6" creationId="{F612AF0C-3FD9-9D3D-0FFD-BE24570BBC48}"/>
          </ac:picMkLst>
        </pc:picChg>
      </pc:sldChg>
      <pc:sldChg chg="modSp">
        <pc:chgData name="Utente guest" userId="" providerId="Windows Live" clId="Web-{35804EA3-CF18-2F03-FBF9-DEE9EBCCDFDF}" dt="2026-01-19T14:32:48.697" v="605" actId="20577"/>
        <pc:sldMkLst>
          <pc:docMk/>
          <pc:sldMk cId="3985436350" sldId="258"/>
        </pc:sldMkLst>
        <pc:spChg chg="mod">
          <ac:chgData name="Utente guest" userId="" providerId="Windows Live" clId="Web-{35804EA3-CF18-2F03-FBF9-DEE9EBCCDFDF}" dt="2026-01-19T14:32:48.697" v="605" actId="20577"/>
          <ac:spMkLst>
            <pc:docMk/>
            <pc:sldMk cId="3985436350" sldId="258"/>
            <ac:spMk id="3" creationId="{9BB5E9CD-31E9-1F87-8285-6EA9AAFB57E9}"/>
          </ac:spMkLst>
        </pc:spChg>
      </pc:sldChg>
      <pc:sldChg chg="addSp delSp modSp">
        <pc:chgData name="Utente guest" userId="" providerId="Windows Live" clId="Web-{35804EA3-CF18-2F03-FBF9-DEE9EBCCDFDF}" dt="2026-01-19T15:36:55.557" v="1042" actId="20577"/>
        <pc:sldMkLst>
          <pc:docMk/>
          <pc:sldMk cId="3639034323" sldId="259"/>
        </pc:sldMkLst>
        <pc:spChg chg="mod">
          <ac:chgData name="Utente guest" userId="" providerId="Windows Live" clId="Web-{35804EA3-CF18-2F03-FBF9-DEE9EBCCDFDF}" dt="2026-01-19T15:36:42.167" v="1038" actId="20577"/>
          <ac:spMkLst>
            <pc:docMk/>
            <pc:sldMk cId="3639034323" sldId="259"/>
            <ac:spMk id="2" creationId="{70610837-563E-4D84-6BC4-D9E65FF56FA6}"/>
          </ac:spMkLst>
        </pc:spChg>
        <pc:spChg chg="add mod">
          <ac:chgData name="Utente guest" userId="" providerId="Windows Live" clId="Web-{35804EA3-CF18-2F03-FBF9-DEE9EBCCDFDF}" dt="2026-01-19T15:36:55.557" v="1042" actId="20577"/>
          <ac:spMkLst>
            <pc:docMk/>
            <pc:sldMk cId="3639034323" sldId="259"/>
            <ac:spMk id="6" creationId="{990B2C7F-4109-8A75-500D-BC368456C761}"/>
          </ac:spMkLst>
        </pc:spChg>
        <pc:picChg chg="add mod ord">
          <ac:chgData name="Utente guest" userId="" providerId="Windows Live" clId="Web-{35804EA3-CF18-2F03-FBF9-DEE9EBCCDFDF}" dt="2026-01-19T15:32:52.356" v="1012" actId="14100"/>
          <ac:picMkLst>
            <pc:docMk/>
            <pc:sldMk cId="3639034323" sldId="259"/>
            <ac:picMk id="5" creationId="{5E7AB366-C384-778D-6FC4-CAE297002C68}"/>
          </ac:picMkLst>
        </pc:picChg>
      </pc:sldChg>
      <pc:sldChg chg="modSp">
        <pc:chgData name="Utente guest" userId="" providerId="Windows Live" clId="Web-{35804EA3-CF18-2F03-FBF9-DEE9EBCCDFDF}" dt="2026-01-19T16:14:52.844" v="1154" actId="20577"/>
        <pc:sldMkLst>
          <pc:docMk/>
          <pc:sldMk cId="2789425548" sldId="266"/>
        </pc:sldMkLst>
        <pc:spChg chg="mod">
          <ac:chgData name="Utente guest" userId="" providerId="Windows Live" clId="Web-{35804EA3-CF18-2F03-FBF9-DEE9EBCCDFDF}" dt="2026-01-19T16:03:08.497" v="1138" actId="20577"/>
          <ac:spMkLst>
            <pc:docMk/>
            <pc:sldMk cId="2789425548" sldId="266"/>
            <ac:spMk id="2" creationId="{FA347367-2A9D-EF63-E588-CE16F2E80A04}"/>
          </ac:spMkLst>
        </pc:spChg>
        <pc:spChg chg="mod">
          <ac:chgData name="Utente guest" userId="" providerId="Windows Live" clId="Web-{35804EA3-CF18-2F03-FBF9-DEE9EBCCDFDF}" dt="2026-01-19T16:14:52.844" v="1154" actId="20577"/>
          <ac:spMkLst>
            <pc:docMk/>
            <pc:sldMk cId="2789425548" sldId="266"/>
            <ac:spMk id="3" creationId="{05FCC5A2-3B98-B8AF-9572-D30FBD072763}"/>
          </ac:spMkLst>
        </pc:spChg>
      </pc:sldChg>
      <pc:sldChg chg="modSp new">
        <pc:chgData name="Utente guest" userId="" providerId="Windows Live" clId="Web-{35804EA3-CF18-2F03-FBF9-DEE9EBCCDFDF}" dt="2026-01-19T14:31:30.162" v="592" actId="1076"/>
        <pc:sldMkLst>
          <pc:docMk/>
          <pc:sldMk cId="2662323047" sldId="268"/>
        </pc:sldMkLst>
        <pc:spChg chg="mod">
          <ac:chgData name="Utente guest" userId="" providerId="Windows Live" clId="Web-{35804EA3-CF18-2F03-FBF9-DEE9EBCCDFDF}" dt="2026-01-19T14:31:23.286" v="591" actId="1076"/>
          <ac:spMkLst>
            <pc:docMk/>
            <pc:sldMk cId="2662323047" sldId="268"/>
            <ac:spMk id="2" creationId="{0F7E0DB9-5794-A177-610F-CB030A1287BA}"/>
          </ac:spMkLst>
        </pc:spChg>
        <pc:spChg chg="mod">
          <ac:chgData name="Utente guest" userId="" providerId="Windows Live" clId="Web-{35804EA3-CF18-2F03-FBF9-DEE9EBCCDFDF}" dt="2026-01-19T14:31:30.162" v="592" actId="1076"/>
          <ac:spMkLst>
            <pc:docMk/>
            <pc:sldMk cId="2662323047" sldId="268"/>
            <ac:spMk id="38" creationId="{39645FF4-01B2-764D-1C06-C556803736DD}"/>
          </ac:spMkLst>
        </pc:spChg>
      </pc:sldChg>
      <pc:sldChg chg="modSp">
        <pc:chgData name="Utente guest" userId="" providerId="Windows Live" clId="Web-{35804EA3-CF18-2F03-FBF9-DEE9EBCCDFDF}" dt="2026-01-19T16:04:19.904" v="1141" actId="20577"/>
        <pc:sldMkLst>
          <pc:docMk/>
          <pc:sldMk cId="223438897" sldId="269"/>
        </pc:sldMkLst>
        <pc:spChg chg="mod">
          <ac:chgData name="Utente guest" userId="" providerId="Windows Live" clId="Web-{35804EA3-CF18-2F03-FBF9-DEE9EBCCDFDF}" dt="2026-01-19T16:04:19.904" v="1141" actId="20577"/>
          <ac:spMkLst>
            <pc:docMk/>
            <pc:sldMk cId="223438897" sldId="269"/>
            <ac:spMk id="2" creationId="{F3BF10F4-B289-9FDE-DFAB-063654D417A9}"/>
          </ac:spMkLst>
        </pc:spChg>
      </pc:sldChg>
      <pc:sldChg chg="modSp">
        <pc:chgData name="Utente guest" userId="" providerId="Windows Live" clId="Web-{35804EA3-CF18-2F03-FBF9-DEE9EBCCDFDF}" dt="2026-01-19T14:36:21.031" v="638" actId="20577"/>
        <pc:sldMkLst>
          <pc:docMk/>
          <pc:sldMk cId="3670339445" sldId="270"/>
        </pc:sldMkLst>
        <pc:spChg chg="mod">
          <ac:chgData name="Utente guest" userId="" providerId="Windows Live" clId="Web-{35804EA3-CF18-2F03-FBF9-DEE9EBCCDFDF}" dt="2026-01-19T14:36:21.031" v="638" actId="20577"/>
          <ac:spMkLst>
            <pc:docMk/>
            <pc:sldMk cId="3670339445" sldId="270"/>
            <ac:spMk id="3" creationId="{1637D0B7-5AA9-A935-FDEC-002BC989A192}"/>
          </ac:spMkLst>
        </pc:spChg>
      </pc:sldChg>
      <pc:sldChg chg="delSp modSp">
        <pc:chgData name="Utente guest" userId="" providerId="Windows Live" clId="Web-{35804EA3-CF18-2F03-FBF9-DEE9EBCCDFDF}" dt="2026-01-19T16:02:42.622" v="1131" actId="20577"/>
        <pc:sldMkLst>
          <pc:docMk/>
          <pc:sldMk cId="1104001576" sldId="272"/>
        </pc:sldMkLst>
        <pc:spChg chg="mod">
          <ac:chgData name="Utente guest" userId="" providerId="Windows Live" clId="Web-{35804EA3-CF18-2F03-FBF9-DEE9EBCCDFDF}" dt="2026-01-19T16:02:42.622" v="1131" actId="20577"/>
          <ac:spMkLst>
            <pc:docMk/>
            <pc:sldMk cId="1104001576" sldId="272"/>
            <ac:spMk id="2" creationId="{46C017AA-1B79-2A15-A0E5-DE45EF60836E}"/>
          </ac:spMkLst>
        </pc:spChg>
        <pc:picChg chg="mod">
          <ac:chgData name="Utente guest" userId="" providerId="Windows Live" clId="Web-{35804EA3-CF18-2F03-FBF9-DEE9EBCCDFDF}" dt="2026-01-19T15:36:22.557" v="1034" actId="1076"/>
          <ac:picMkLst>
            <pc:docMk/>
            <pc:sldMk cId="1104001576" sldId="272"/>
            <ac:picMk id="4" creationId="{B5BB781A-1306-C211-FD3B-DCF53311F580}"/>
          </ac:picMkLst>
        </pc:picChg>
      </pc:sldChg>
      <pc:sldChg chg="delSp modSp">
        <pc:chgData name="Utente guest" userId="" providerId="Windows Live" clId="Web-{35804EA3-CF18-2F03-FBF9-DEE9EBCCDFDF}" dt="2026-01-19T16:02:57.372" v="1132" actId="14100"/>
        <pc:sldMkLst>
          <pc:docMk/>
          <pc:sldMk cId="481037758" sldId="273"/>
        </pc:sldMkLst>
        <pc:spChg chg="mod">
          <ac:chgData name="Utente guest" userId="" providerId="Windows Live" clId="Web-{35804EA3-CF18-2F03-FBF9-DEE9EBCCDFDF}" dt="2026-01-19T16:02:57.372" v="1132" actId="14100"/>
          <ac:spMkLst>
            <pc:docMk/>
            <pc:sldMk cId="481037758" sldId="273"/>
            <ac:spMk id="2" creationId="{7E5BEB0F-9160-571E-2516-13978AE8E47B}"/>
          </ac:spMkLst>
        </pc:spChg>
        <pc:picChg chg="mod">
          <ac:chgData name="Utente guest" userId="" providerId="Windows Live" clId="Web-{35804EA3-CF18-2F03-FBF9-DEE9EBCCDFDF}" dt="2026-01-19T15:37:52.307" v="1063" actId="1076"/>
          <ac:picMkLst>
            <pc:docMk/>
            <pc:sldMk cId="481037758" sldId="273"/>
            <ac:picMk id="4" creationId="{1FCEAD01-A4E4-CCAE-EA54-477E58B225BB}"/>
          </ac:picMkLst>
        </pc:picChg>
      </pc:sldChg>
    </pc:docChg>
  </pc:docChgLst>
  <pc:docChgLst>
    <pc:chgData name="Guest User" providerId="Windows Live" clId="Web-{B70D89CB-5EE7-D652-AAAC-D6AEE762ADB7}"/>
    <pc:docChg chg="mod addSld delSld modSld sldOrd addMainMaster delMainMaster">
      <pc:chgData name="Guest User" userId="" providerId="Windows Live" clId="Web-{B70D89CB-5EE7-D652-AAAC-D6AEE762ADB7}" dt="2026-01-21T08:31:01.732" v="1363" actId="20577"/>
      <pc:docMkLst>
        <pc:docMk/>
      </pc:docMkLst>
      <pc:sldChg chg="modSp mod modClrScheme addAnim modAnim chgLayout">
        <pc:chgData name="Guest User" userId="" providerId="Windows Live" clId="Web-{B70D89CB-5EE7-D652-AAAC-D6AEE762ADB7}" dt="2026-01-20T15:58:27.124" v="1362" actId="14100"/>
        <pc:sldMkLst>
          <pc:docMk/>
          <pc:sldMk cId="3962583941" sldId="256"/>
        </pc:sldMkLst>
        <pc:spChg chg="mod ord">
          <ac:chgData name="Guest User" userId="" providerId="Windows Live" clId="Web-{B70D89CB-5EE7-D652-AAAC-D6AEE762ADB7}" dt="2026-01-20T15:58:27.124" v="1362" actId="14100"/>
          <ac:spMkLst>
            <pc:docMk/>
            <pc:sldMk cId="3962583941" sldId="256"/>
            <ac:spMk id="2" creationId="{00000000-0000-0000-0000-000000000000}"/>
          </ac:spMkLst>
        </pc:spChg>
        <pc:spChg chg="mod ord">
          <ac:chgData name="Guest User" userId="" providerId="Windows Live" clId="Web-{B70D89CB-5EE7-D652-AAAC-D6AEE762ADB7}" dt="2026-01-19T16:41:21.975" v="962"/>
          <ac:spMkLst>
            <pc:docMk/>
            <pc:sldMk cId="3962583941" sldId="256"/>
            <ac:spMk id="3" creationId="{00000000-0000-0000-0000-000000000000}"/>
          </ac:spMkLst>
        </pc:spChg>
        <pc:spChg chg="mod ord">
          <ac:chgData name="Guest User" userId="" providerId="Windows Live" clId="Web-{B70D89CB-5EE7-D652-AAAC-D6AEE762ADB7}" dt="2026-01-20T15:58:06.391" v="1356" actId="14100"/>
          <ac:spMkLst>
            <pc:docMk/>
            <pc:sldMk cId="3962583941" sldId="256"/>
            <ac:spMk id="6" creationId="{883C6901-D26E-CE95-7122-DD04B4E29A6A}"/>
          </ac:spMkLst>
        </pc:spChg>
      </pc:sldChg>
      <pc:sldChg chg="addSp delSp modSp mod modClrScheme addAnim delDesignElem chgLayout modNotes">
        <pc:chgData name="Guest User" userId="" providerId="Windows Live" clId="Web-{B70D89CB-5EE7-D652-AAAC-D6AEE762ADB7}" dt="2026-01-20T11:06:22.917" v="1200" actId="1076"/>
        <pc:sldMkLst>
          <pc:docMk/>
          <pc:sldMk cId="1162810560" sldId="257"/>
        </pc:sldMkLst>
        <pc:spChg chg="mod ord">
          <ac:chgData name="Guest User" userId="" providerId="Windows Live" clId="Web-{B70D89CB-5EE7-D652-AAAC-D6AEE762ADB7}" dt="2026-01-20T11:02:19.527" v="1181" actId="14100"/>
          <ac:spMkLst>
            <pc:docMk/>
            <pc:sldMk cId="1162810560" sldId="257"/>
            <ac:spMk id="2" creationId="{A8006616-ABD6-0463-E365-EE2E8573DA33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1162810560" sldId="257"/>
            <ac:spMk id="9" creationId="{1BB867FF-FC45-48F7-8104-F89BE54909F1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1162810560" sldId="257"/>
            <ac:spMk id="11" creationId="{8BB56887-D0D5-4F0C-9E19-7247EB83C8B7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1162810560" sldId="257"/>
            <ac:spMk id="13" creationId="{081E4A58-353D-44AE-B2FC-2A74E2E400F7}"/>
          </ac:spMkLst>
        </pc:spChg>
        <pc:spChg chg="mod ord">
          <ac:chgData name="Guest User" userId="" providerId="Windows Live" clId="Web-{B70D89CB-5EE7-D652-AAAC-D6AEE762ADB7}" dt="2026-01-20T11:05:32.399" v="1195" actId="20577"/>
          <ac:spMkLst>
            <pc:docMk/>
            <pc:sldMk cId="1162810560" sldId="257"/>
            <ac:spMk id="20" creationId="{1A3415B2-5955-728C-C189-C34D22254E7B}"/>
          </ac:spMkLst>
        </pc:spChg>
        <pc:picChg chg="add mod">
          <ac:chgData name="Guest User" userId="" providerId="Windows Live" clId="Web-{B70D89CB-5EE7-D652-AAAC-D6AEE762ADB7}" dt="2026-01-20T11:06:22.542" v="1199" actId="1076"/>
          <ac:picMkLst>
            <pc:docMk/>
            <pc:sldMk cId="1162810560" sldId="257"/>
            <ac:picMk id="5" creationId="{41BFCA9C-6976-2401-0526-9971F19C994C}"/>
          </ac:picMkLst>
        </pc:picChg>
        <pc:picChg chg="add mod">
          <ac:chgData name="Guest User" userId="" providerId="Windows Live" clId="Web-{B70D89CB-5EE7-D652-AAAC-D6AEE762ADB7}" dt="2026-01-20T11:06:22.917" v="1200" actId="1076"/>
          <ac:picMkLst>
            <pc:docMk/>
            <pc:sldMk cId="1162810560" sldId="257"/>
            <ac:picMk id="6" creationId="{F612AF0C-3FD9-9D3D-0FFD-BE24570BBC48}"/>
          </ac:picMkLst>
        </pc:picChg>
      </pc:sldChg>
      <pc:sldChg chg="addSp delSp modSp mod modClrScheme addAnim delAnim modAnim delDesignElem chgLayout">
        <pc:chgData name="Guest User" userId="" providerId="Windows Live" clId="Web-{B70D89CB-5EE7-D652-AAAC-D6AEE762ADB7}" dt="2026-01-20T10:53:25.759" v="1151"/>
        <pc:sldMkLst>
          <pc:docMk/>
          <pc:sldMk cId="3985436350" sldId="258"/>
        </pc:sldMkLst>
        <pc:spChg chg="mod ord">
          <ac:chgData name="Guest User" userId="" providerId="Windows Live" clId="Web-{B70D89CB-5EE7-D652-AAAC-D6AEE762ADB7}" dt="2026-01-19T16:41:21.975" v="962"/>
          <ac:spMkLst>
            <pc:docMk/>
            <pc:sldMk cId="3985436350" sldId="258"/>
            <ac:spMk id="2" creationId="{2DEE84C5-41F7-D872-1152-13191A42A388}"/>
          </ac:spMkLst>
        </pc:spChg>
        <pc:spChg chg="mod ord">
          <ac:chgData name="Guest User" userId="" providerId="Windows Live" clId="Web-{B70D89CB-5EE7-D652-AAAC-D6AEE762ADB7}" dt="2026-01-19T16:41:21.975" v="962"/>
          <ac:spMkLst>
            <pc:docMk/>
            <pc:sldMk cId="3985436350" sldId="258"/>
            <ac:spMk id="3" creationId="{9BB5E9CD-31E9-1F87-8285-6EA9AAFB57E9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3985436350" sldId="258"/>
            <ac:spMk id="106" creationId="{2EB492CD-616E-47F8-933B-5E2D952A0593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3985436350" sldId="258"/>
            <ac:spMk id="107" creationId="{59383CF9-23B5-4335-9B21-1791C4CF1C75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3985436350" sldId="258"/>
            <ac:spMk id="108" creationId="{0007FE00-9498-4706-B255-6437B0252C02}"/>
          </ac:spMkLst>
        </pc:spChg>
      </pc:sldChg>
      <pc:sldChg chg="addSp delSp modSp mod modClrScheme delDesignElem chgLayout">
        <pc:chgData name="Guest User" userId="" providerId="Windows Live" clId="Web-{B70D89CB-5EE7-D652-AAAC-D6AEE762ADB7}" dt="2026-01-19T16:41:21.975" v="962"/>
        <pc:sldMkLst>
          <pc:docMk/>
          <pc:sldMk cId="3639034323" sldId="259"/>
        </pc:sldMkLst>
        <pc:spChg chg="mod ord">
          <ac:chgData name="Guest User" userId="" providerId="Windows Live" clId="Web-{B70D89CB-5EE7-D652-AAAC-D6AEE762ADB7}" dt="2026-01-19T16:41:21.975" v="962"/>
          <ac:spMkLst>
            <pc:docMk/>
            <pc:sldMk cId="3639034323" sldId="259"/>
            <ac:spMk id="2" creationId="{70610837-563E-4D84-6BC4-D9E65FF56FA6}"/>
          </ac:spMkLst>
        </pc:spChg>
        <pc:spChg chg="mod">
          <ac:chgData name="Guest User" userId="" providerId="Windows Live" clId="Web-{B70D89CB-5EE7-D652-AAAC-D6AEE762ADB7}" dt="2026-01-19T16:30:52.452" v="931" actId="20577"/>
          <ac:spMkLst>
            <pc:docMk/>
            <pc:sldMk cId="3639034323" sldId="259"/>
            <ac:spMk id="6" creationId="{990B2C7F-4109-8A75-500D-BC368456C761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3639034323" sldId="259"/>
            <ac:spMk id="32" creationId="{B6CDA21F-E7AF-4C75-8395-33F58D5B0E45}"/>
          </ac:spMkLst>
        </pc:spChg>
        <pc:grpChg chg="add del">
          <ac:chgData name="Guest User" userId="" providerId="Windows Live" clId="Web-{B70D89CB-5EE7-D652-AAAC-D6AEE762ADB7}" dt="2026-01-19T16:41:21.975" v="962"/>
          <ac:grpSpMkLst>
            <pc:docMk/>
            <pc:sldMk cId="3639034323" sldId="259"/>
            <ac:grpSpMk id="34" creationId="{AE1C45F0-260A-458C-96ED-C1F6D2151219}"/>
          </ac:grpSpMkLst>
        </pc:grpChg>
        <pc:picChg chg="mod ord">
          <ac:chgData name="Guest User" userId="" providerId="Windows Live" clId="Web-{B70D89CB-5EE7-D652-AAAC-D6AEE762ADB7}" dt="2026-01-19T16:41:21.975" v="962"/>
          <ac:picMkLst>
            <pc:docMk/>
            <pc:sldMk cId="3639034323" sldId="259"/>
            <ac:picMk id="5" creationId="{5E7AB366-C384-778D-6FC4-CAE297002C68}"/>
          </ac:picMkLst>
        </pc:picChg>
        <pc:cxnChg chg="add del">
          <ac:chgData name="Guest User" userId="" providerId="Windows Live" clId="Web-{B70D89CB-5EE7-D652-AAAC-D6AEE762ADB7}" dt="2026-01-19T16:41:21.975" v="962"/>
          <ac:cxnSpMkLst>
            <pc:docMk/>
            <pc:sldMk cId="3639034323" sldId="259"/>
            <ac:cxnSpMk id="41" creationId="{6CF1BAF6-AD41-4082-B212-8A1F9A2E8779}"/>
          </ac:cxnSpMkLst>
        </pc:cxnChg>
      </pc:sldChg>
      <pc:sldChg chg="addSp delSp modSp mod modClrScheme delDesignElem chgLayout">
        <pc:chgData name="Guest User" userId="" providerId="Windows Live" clId="Web-{B70D89CB-5EE7-D652-AAAC-D6AEE762ADB7}" dt="2026-01-20T15:44:57.379" v="1351" actId="688"/>
        <pc:sldMkLst>
          <pc:docMk/>
          <pc:sldMk cId="256182346" sldId="261"/>
        </pc:sldMkLst>
        <pc:spChg chg="mod ord">
          <ac:chgData name="Guest User" userId="" providerId="Windows Live" clId="Web-{B70D89CB-5EE7-D652-AAAC-D6AEE762ADB7}" dt="2026-01-20T15:44:52.863" v="1347" actId="14100"/>
          <ac:spMkLst>
            <pc:docMk/>
            <pc:sldMk cId="256182346" sldId="261"/>
            <ac:spMk id="2" creationId="{F81770E9-D175-7435-3DC0-7B6A0FFDF891}"/>
          </ac:spMkLst>
        </pc:spChg>
        <pc:spChg chg="add mod">
          <ac:chgData name="Guest User" userId="" providerId="Windows Live" clId="Web-{B70D89CB-5EE7-D652-AAAC-D6AEE762ADB7}" dt="2026-01-20T15:44:57.379" v="1351" actId="688"/>
          <ac:spMkLst>
            <pc:docMk/>
            <pc:sldMk cId="256182346" sldId="261"/>
            <ac:spMk id="3" creationId="{AB464FB2-C877-54CF-5306-C4071B1666F0}"/>
          </ac:spMkLst>
        </pc:spChg>
        <pc:spChg chg="add del mod">
          <ac:chgData name="Guest User" userId="" providerId="Windows Live" clId="Web-{B70D89CB-5EE7-D652-AAAC-D6AEE762ADB7}" dt="2026-01-20T08:24:23.432" v="1141"/>
          <ac:spMkLst>
            <pc:docMk/>
            <pc:sldMk cId="256182346" sldId="261"/>
            <ac:spMk id="11" creationId="{A6A57717-D28F-2899-B32B-1CEB3E09579B}"/>
          </ac:spMkLst>
        </pc:spChg>
        <pc:spChg chg="add del">
          <ac:chgData name="Guest User" userId="" providerId="Windows Live" clId="Web-{B70D89CB-5EE7-D652-AAAC-D6AEE762ADB7}" dt="2026-01-20T08:25:41.262" v="1146"/>
          <ac:spMkLst>
            <pc:docMk/>
            <pc:sldMk cId="256182346" sldId="261"/>
            <ac:spMk id="20" creationId="{0DEDCC5D-8B8A-40DB-BE90-A3AA27C64A78}"/>
          </ac:spMkLst>
        </pc:spChg>
        <pc:spChg chg="add del">
          <ac:chgData name="Guest User" userId="" providerId="Windows Live" clId="Web-{B70D89CB-5EE7-D652-AAAC-D6AEE762ADB7}" dt="2026-01-20T08:25:41.262" v="1146"/>
          <ac:spMkLst>
            <pc:docMk/>
            <pc:sldMk cId="256182346" sldId="261"/>
            <ac:spMk id="33" creationId="{CBC4F608-B4B8-48C3-9572-C0F061B1CD99}"/>
          </ac:spMkLst>
        </pc:spChg>
        <pc:spChg chg="add del">
          <ac:chgData name="Guest User" userId="" providerId="Windows Live" clId="Web-{B70D89CB-5EE7-D652-AAAC-D6AEE762ADB7}" dt="2026-01-20T08:25:41.246" v="1145"/>
          <ac:spMkLst>
            <pc:docMk/>
            <pc:sldMk cId="256182346" sldId="261"/>
            <ac:spMk id="38" creationId="{1A3C89F8-0D2F-47FF-B903-151248265F47}"/>
          </ac:spMkLst>
        </pc:spChg>
        <pc:spChg chg="add del">
          <ac:chgData name="Guest User" userId="" providerId="Windows Live" clId="Web-{B70D89CB-5EE7-D652-AAAC-D6AEE762ADB7}" dt="2026-01-20T08:25:41.246" v="1145"/>
          <ac:spMkLst>
            <pc:docMk/>
            <pc:sldMk cId="256182346" sldId="261"/>
            <ac:spMk id="40" creationId="{C5CB530E-515E-412C-9DF1-5F8FFBD6F383}"/>
          </ac:spMkLst>
        </pc:spChg>
        <pc:spChg chg="add del">
          <ac:chgData name="Guest User" userId="" providerId="Windows Live" clId="Web-{B70D89CB-5EE7-D652-AAAC-D6AEE762ADB7}" dt="2026-01-20T08:25:41.246" v="1145"/>
          <ac:spMkLst>
            <pc:docMk/>
            <pc:sldMk cId="256182346" sldId="261"/>
            <ac:spMk id="42" creationId="{712D4376-A578-4FF1-94FC-245E7A6A489F}"/>
          </ac:spMkLst>
        </pc:spChg>
        <pc:spChg chg="add del">
          <ac:chgData name="Guest User" userId="" providerId="Windows Live" clId="Web-{B70D89CB-5EE7-D652-AAAC-D6AEE762ADB7}" dt="2026-01-20T08:25:41.246" v="1145"/>
          <ac:spMkLst>
            <pc:docMk/>
            <pc:sldMk cId="256182346" sldId="261"/>
            <ac:spMk id="44" creationId="{AEA7509D-F04F-40CB-A0B3-EEF16499CC9F}"/>
          </ac:spMkLst>
        </pc:spChg>
        <pc:spChg chg="add del">
          <ac:chgData name="Guest User" userId="" providerId="Windows Live" clId="Web-{B70D89CB-5EE7-D652-AAAC-D6AEE762ADB7}" dt="2026-01-20T08:25:41.246" v="1145"/>
          <ac:spMkLst>
            <pc:docMk/>
            <pc:sldMk cId="256182346" sldId="261"/>
            <ac:spMk id="48" creationId="{508BEF50-7B1E-49A4-BC19-5F4F1D755E64}"/>
          </ac:spMkLst>
        </pc:spChg>
        <pc:spChg chg="add del">
          <ac:chgData name="Guest User" userId="" providerId="Windows Live" clId="Web-{B70D89CB-5EE7-D652-AAAC-D6AEE762ADB7}" dt="2026-01-20T08:25:41.246" v="1145"/>
          <ac:spMkLst>
            <pc:docMk/>
            <pc:sldMk cId="256182346" sldId="261"/>
            <ac:spMk id="50" creationId="{3FBAD350-5664-4811-A208-657FB882D350}"/>
          </ac:spMkLst>
        </pc:spChg>
        <pc:spChg chg="add del">
          <ac:chgData name="Guest User" userId="" providerId="Windows Live" clId="Web-{B70D89CB-5EE7-D652-AAAC-D6AEE762ADB7}" dt="2026-01-20T08:25:41.246" v="1145"/>
          <ac:spMkLst>
            <pc:docMk/>
            <pc:sldMk cId="256182346" sldId="261"/>
            <ac:spMk id="52" creationId="{C39ADB8F-D187-49D7-BDCF-C1B6DC727068}"/>
          </ac:spMkLst>
        </pc:spChg>
        <pc:spChg chg="add del">
          <ac:chgData name="Guest User" userId="" providerId="Windows Live" clId="Web-{B70D89CB-5EE7-D652-AAAC-D6AEE762ADB7}" dt="2026-01-20T08:26:44.904" v="1147"/>
          <ac:spMkLst>
            <pc:docMk/>
            <pc:sldMk cId="256182346" sldId="261"/>
            <ac:spMk id="54" creationId="{4522B21E-B2B9-4C72-9A71-C87EFD137480}"/>
          </ac:spMkLst>
        </pc:spChg>
        <pc:spChg chg="add del">
          <ac:chgData name="Guest User" userId="" providerId="Windows Live" clId="Web-{B70D89CB-5EE7-D652-AAAC-D6AEE762ADB7}" dt="2026-01-20T08:26:44.904" v="1147"/>
          <ac:spMkLst>
            <pc:docMk/>
            <pc:sldMk cId="256182346" sldId="261"/>
            <ac:spMk id="55" creationId="{5EB7D2A2-F448-44D4-938C-DC84CBCB3B1E}"/>
          </ac:spMkLst>
        </pc:spChg>
        <pc:spChg chg="add del">
          <ac:chgData name="Guest User" userId="" providerId="Windows Live" clId="Web-{B70D89CB-5EE7-D652-AAAC-D6AEE762ADB7}" dt="2026-01-20T08:26:44.904" v="1147"/>
          <ac:spMkLst>
            <pc:docMk/>
            <pc:sldMk cId="256182346" sldId="261"/>
            <ac:spMk id="56" creationId="{871AEA07-1E14-44B4-8E55-64EF049CD66F}"/>
          </ac:spMkLst>
        </pc:spChg>
        <pc:spChg chg="add">
          <ac:chgData name="Guest User" userId="" providerId="Windows Live" clId="Web-{B70D89CB-5EE7-D652-AAAC-D6AEE762ADB7}" dt="2026-01-20T08:26:44.904" v="1147"/>
          <ac:spMkLst>
            <pc:docMk/>
            <pc:sldMk cId="256182346" sldId="261"/>
            <ac:spMk id="62" creationId="{FFD48BC7-DC40-47DE-87EE-9F4B6ECB9ABB}"/>
          </ac:spMkLst>
        </pc:spChg>
        <pc:spChg chg="add">
          <ac:chgData name="Guest User" userId="" providerId="Windows Live" clId="Web-{B70D89CB-5EE7-D652-AAAC-D6AEE762ADB7}" dt="2026-01-20T08:26:44.904" v="1147"/>
          <ac:spMkLst>
            <pc:docMk/>
            <pc:sldMk cId="256182346" sldId="261"/>
            <ac:spMk id="64" creationId="{E502BBC7-2C76-46F3-BC24-5985BC13DB88}"/>
          </ac:spMkLst>
        </pc:spChg>
        <pc:spChg chg="add">
          <ac:chgData name="Guest User" userId="" providerId="Windows Live" clId="Web-{B70D89CB-5EE7-D652-AAAC-D6AEE762ADB7}" dt="2026-01-20T08:26:44.904" v="1147"/>
          <ac:spMkLst>
            <pc:docMk/>
            <pc:sldMk cId="256182346" sldId="261"/>
            <ac:spMk id="66" creationId="{C7F28D52-2A5F-4D23-81AE-7CB8B591C7AF}"/>
          </ac:spMkLst>
        </pc:spChg>
        <pc:spChg chg="add">
          <ac:chgData name="Guest User" userId="" providerId="Windows Live" clId="Web-{B70D89CB-5EE7-D652-AAAC-D6AEE762ADB7}" dt="2026-01-20T08:26:44.904" v="1147"/>
          <ac:spMkLst>
            <pc:docMk/>
            <pc:sldMk cId="256182346" sldId="261"/>
            <ac:spMk id="68" creationId="{3629484E-3792-4B3D-89AD-7C8A1ED0E0D4}"/>
          </ac:spMkLst>
        </pc:spChg>
        <pc:grpChg chg="add del">
          <ac:chgData name="Guest User" userId="" providerId="Windows Live" clId="Web-{B70D89CB-5EE7-D652-AAAC-D6AEE762ADB7}" dt="2026-01-20T08:25:41.262" v="1146"/>
          <ac:grpSpMkLst>
            <pc:docMk/>
            <pc:sldMk cId="256182346" sldId="261"/>
            <ac:grpSpMk id="21" creationId="{65167ED7-6315-43AB-B1B6-C326D5FD8F84}"/>
          </ac:grpSpMkLst>
        </pc:grpChg>
        <pc:graphicFrameChg chg="del mod ord">
          <ac:chgData name="Guest User" userId="" providerId="Windows Live" clId="Web-{B70D89CB-5EE7-D652-AAAC-D6AEE762ADB7}" dt="2026-01-20T08:22:51.804" v="1134"/>
          <ac:graphicFrameMkLst>
            <pc:docMk/>
            <pc:sldMk cId="256182346" sldId="261"/>
            <ac:graphicFrameMk id="14" creationId="{809E7A72-E0FB-4F67-1579-0E9CC03D4C5D}"/>
          </ac:graphicFrameMkLst>
        </pc:graphicFrameChg>
        <pc:cxnChg chg="add del">
          <ac:chgData name="Guest User" userId="" providerId="Windows Live" clId="Web-{B70D89CB-5EE7-D652-AAAC-D6AEE762ADB7}" dt="2026-01-20T08:26:44.904" v="1147"/>
          <ac:cxnSpMkLst>
            <pc:docMk/>
            <pc:sldMk cId="256182346" sldId="261"/>
            <ac:cxnSpMk id="57" creationId="{F7C8EA93-3210-4C62-99E9-153C275E3A87}"/>
          </ac:cxnSpMkLst>
        </pc:cxnChg>
      </pc:sldChg>
      <pc:sldChg chg="addSp delSp modSp mod modClrScheme delDesignElem chgLayout">
        <pc:chgData name="Guest User" userId="" providerId="Windows Live" clId="Web-{B70D89CB-5EE7-D652-AAAC-D6AEE762ADB7}" dt="2026-01-19T16:41:21.975" v="962"/>
        <pc:sldMkLst>
          <pc:docMk/>
          <pc:sldMk cId="2789425548" sldId="266"/>
        </pc:sldMkLst>
        <pc:spChg chg="mod ord">
          <ac:chgData name="Guest User" userId="" providerId="Windows Live" clId="Web-{B70D89CB-5EE7-D652-AAAC-D6AEE762ADB7}" dt="2026-01-19T16:41:21.975" v="962"/>
          <ac:spMkLst>
            <pc:docMk/>
            <pc:sldMk cId="2789425548" sldId="266"/>
            <ac:spMk id="2" creationId="{FA347367-2A9D-EF63-E588-CE16F2E80A04}"/>
          </ac:spMkLst>
        </pc:spChg>
        <pc:spChg chg="mod ord">
          <ac:chgData name="Guest User" userId="" providerId="Windows Live" clId="Web-{B70D89CB-5EE7-D652-AAAC-D6AEE762ADB7}" dt="2026-01-19T16:41:21.975" v="962"/>
          <ac:spMkLst>
            <pc:docMk/>
            <pc:sldMk cId="2789425548" sldId="266"/>
            <ac:spMk id="3" creationId="{05FCC5A2-3B98-B8AF-9572-D30FBD072763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2789425548" sldId="266"/>
            <ac:spMk id="8" creationId="{B6CDA21F-E7AF-4C75-8395-33F58D5B0E45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2789425548" sldId="266"/>
            <ac:spMk id="15" creationId="{D5B0017B-2ECA-49AF-B397-DC140825DF8D}"/>
          </ac:spMkLst>
        </pc:spChg>
        <pc:grpChg chg="add del">
          <ac:chgData name="Guest User" userId="" providerId="Windows Live" clId="Web-{B70D89CB-5EE7-D652-AAAC-D6AEE762ADB7}" dt="2026-01-19T16:41:21.975" v="962"/>
          <ac:grpSpMkLst>
            <pc:docMk/>
            <pc:sldMk cId="2789425548" sldId="266"/>
            <ac:grpSpMk id="10" creationId="{AE1C45F0-260A-458C-96ED-C1F6D2151219}"/>
          </ac:grpSpMkLst>
        </pc:grpChg>
        <pc:cxnChg chg="add del">
          <ac:chgData name="Guest User" userId="" providerId="Windows Live" clId="Web-{B70D89CB-5EE7-D652-AAAC-D6AEE762ADB7}" dt="2026-01-19T16:41:21.975" v="962"/>
          <ac:cxnSpMkLst>
            <pc:docMk/>
            <pc:sldMk cId="2789425548" sldId="266"/>
            <ac:cxnSpMk id="17" creationId="{6CF1BAF6-AD41-4082-B212-8A1F9A2E8779}"/>
          </ac:cxnSpMkLst>
        </pc:cxnChg>
      </pc:sldChg>
      <pc:sldChg chg="addSp delSp modSp mod setBg modClrScheme addAnim delAnim delDesignElem chgLayout">
        <pc:chgData name="Guest User" userId="" providerId="Windows Live" clId="Web-{B70D89CB-5EE7-D652-AAAC-D6AEE762ADB7}" dt="2026-01-19T16:41:21.975" v="962"/>
        <pc:sldMkLst>
          <pc:docMk/>
          <pc:sldMk cId="2662323047" sldId="268"/>
        </pc:sldMkLst>
        <pc:spChg chg="mod ord">
          <ac:chgData name="Guest User" userId="" providerId="Windows Live" clId="Web-{B70D89CB-5EE7-D652-AAAC-D6AEE762ADB7}" dt="2026-01-19T16:41:21.975" v="962"/>
          <ac:spMkLst>
            <pc:docMk/>
            <pc:sldMk cId="2662323047" sldId="268"/>
            <ac:spMk id="2" creationId="{0F7E0DB9-5794-A177-610F-CB030A1287BA}"/>
          </ac:spMkLst>
        </pc:spChg>
        <pc:spChg chg="add mod ord">
          <ac:chgData name="Guest User" userId="" providerId="Windows Live" clId="Web-{B70D89CB-5EE7-D652-AAAC-D6AEE762ADB7}" dt="2026-01-19T16:41:21.975" v="962"/>
          <ac:spMkLst>
            <pc:docMk/>
            <pc:sldMk cId="2662323047" sldId="268"/>
            <ac:spMk id="38" creationId="{39645FF4-01B2-764D-1C06-C556803736DD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2662323047" sldId="268"/>
            <ac:spMk id="66" creationId="{B6CDA21F-E7AF-4C75-8395-33F58D5B0E45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2662323047" sldId="268"/>
            <ac:spMk id="73" creationId="{D5B0017B-2ECA-49AF-B397-DC140825DF8D}"/>
          </ac:spMkLst>
        </pc:spChg>
        <pc:grpChg chg="add del">
          <ac:chgData name="Guest User" userId="" providerId="Windows Live" clId="Web-{B70D89CB-5EE7-D652-AAAC-D6AEE762ADB7}" dt="2026-01-19T16:41:21.975" v="962"/>
          <ac:grpSpMkLst>
            <pc:docMk/>
            <pc:sldMk cId="2662323047" sldId="268"/>
            <ac:grpSpMk id="68" creationId="{AE1C45F0-260A-458C-96ED-C1F6D2151219}"/>
          </ac:grpSpMkLst>
        </pc:grpChg>
        <pc:cxnChg chg="add del">
          <ac:chgData name="Guest User" userId="" providerId="Windows Live" clId="Web-{B70D89CB-5EE7-D652-AAAC-D6AEE762ADB7}" dt="2026-01-19T16:41:21.975" v="962"/>
          <ac:cxnSpMkLst>
            <pc:docMk/>
            <pc:sldMk cId="2662323047" sldId="268"/>
            <ac:cxnSpMk id="75" creationId="{6CF1BAF6-AD41-4082-B212-8A1F9A2E8779}"/>
          </ac:cxnSpMkLst>
        </pc:cxnChg>
      </pc:sldChg>
      <pc:sldChg chg="addSp delSp modSp new mod setBg modClrScheme addAnim modAnim delDesignElem chgLayout modNotes">
        <pc:chgData name="Guest User" userId="" providerId="Windows Live" clId="Web-{B70D89CB-5EE7-D652-AAAC-D6AEE762ADB7}" dt="2026-01-20T11:12:58.442" v="1205"/>
        <pc:sldMkLst>
          <pc:docMk/>
          <pc:sldMk cId="223438897" sldId="269"/>
        </pc:sldMkLst>
        <pc:spChg chg="mod ord">
          <ac:chgData name="Guest User" userId="" providerId="Windows Live" clId="Web-{B70D89CB-5EE7-D652-AAAC-D6AEE762ADB7}" dt="2026-01-19T16:41:21.975" v="962"/>
          <ac:spMkLst>
            <pc:docMk/>
            <pc:sldMk cId="223438897" sldId="269"/>
            <ac:spMk id="2" creationId="{F3BF10F4-B289-9FDE-DFAB-063654D417A9}"/>
          </ac:spMkLst>
        </pc:spChg>
        <pc:spChg chg="mod ord">
          <ac:chgData name="Guest User" userId="" providerId="Windows Live" clId="Web-{B70D89CB-5EE7-D652-AAAC-D6AEE762ADB7}" dt="2026-01-19T16:41:21.975" v="962"/>
          <ac:spMkLst>
            <pc:docMk/>
            <pc:sldMk cId="223438897" sldId="269"/>
            <ac:spMk id="3" creationId="{15B15D3A-0F9C-DF89-F539-676310267261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223438897" sldId="269"/>
            <ac:spMk id="8" creationId="{B6CDA21F-E7AF-4C75-8395-33F58D5B0E45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223438897" sldId="269"/>
            <ac:spMk id="15" creationId="{D5B0017B-2ECA-49AF-B397-DC140825DF8D}"/>
          </ac:spMkLst>
        </pc:spChg>
        <pc:grpChg chg="add del">
          <ac:chgData name="Guest User" userId="" providerId="Windows Live" clId="Web-{B70D89CB-5EE7-D652-AAAC-D6AEE762ADB7}" dt="2026-01-19T16:41:21.975" v="962"/>
          <ac:grpSpMkLst>
            <pc:docMk/>
            <pc:sldMk cId="223438897" sldId="269"/>
            <ac:grpSpMk id="10" creationId="{AE1C45F0-260A-458C-96ED-C1F6D2151219}"/>
          </ac:grpSpMkLst>
        </pc:grpChg>
        <pc:cxnChg chg="add del">
          <ac:chgData name="Guest User" userId="" providerId="Windows Live" clId="Web-{B70D89CB-5EE7-D652-AAAC-D6AEE762ADB7}" dt="2026-01-19T16:41:21.975" v="962"/>
          <ac:cxnSpMkLst>
            <pc:docMk/>
            <pc:sldMk cId="223438897" sldId="269"/>
            <ac:cxnSpMk id="17" creationId="{6CF1BAF6-AD41-4082-B212-8A1F9A2E8779}"/>
          </ac:cxnSpMkLst>
        </pc:cxnChg>
      </pc:sldChg>
      <pc:sldChg chg="addSp delSp modSp new mod ord setBg modClrScheme addAnim delAnim modAnim delDesignElem chgLayout modNotes">
        <pc:chgData name="Guest User" userId="" providerId="Windows Live" clId="Web-{B70D89CB-5EE7-D652-AAAC-D6AEE762ADB7}" dt="2026-01-20T15:06:21.304" v="1339"/>
        <pc:sldMkLst>
          <pc:docMk/>
          <pc:sldMk cId="3670339445" sldId="270"/>
        </pc:sldMkLst>
        <pc:spChg chg="mod ord">
          <ac:chgData name="Guest User" userId="" providerId="Windows Live" clId="Web-{B70D89CB-5EE7-D652-AAAC-D6AEE762ADB7}" dt="2026-01-19T16:41:21.975" v="962"/>
          <ac:spMkLst>
            <pc:docMk/>
            <pc:sldMk cId="3670339445" sldId="270"/>
            <ac:spMk id="2" creationId="{F33106B9-8C65-431D-7021-3FDEC3A94443}"/>
          </ac:spMkLst>
        </pc:spChg>
        <pc:spChg chg="mod ord">
          <ac:chgData name="Guest User" userId="" providerId="Windows Live" clId="Web-{B70D89CB-5EE7-D652-AAAC-D6AEE762ADB7}" dt="2026-01-20T15:02:32.393" v="1336" actId="20577"/>
          <ac:spMkLst>
            <pc:docMk/>
            <pc:sldMk cId="3670339445" sldId="270"/>
            <ac:spMk id="3" creationId="{1637D0B7-5AA9-A935-FDEC-002BC989A192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3670339445" sldId="270"/>
            <ac:spMk id="8" creationId="{B6CDA21F-E7AF-4C75-8395-33F58D5B0E45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3670339445" sldId="270"/>
            <ac:spMk id="15" creationId="{D5B0017B-2ECA-49AF-B397-DC140825DF8D}"/>
          </ac:spMkLst>
        </pc:spChg>
        <pc:grpChg chg="add del">
          <ac:chgData name="Guest User" userId="" providerId="Windows Live" clId="Web-{B70D89CB-5EE7-D652-AAAC-D6AEE762ADB7}" dt="2026-01-19T16:41:21.975" v="962"/>
          <ac:grpSpMkLst>
            <pc:docMk/>
            <pc:sldMk cId="3670339445" sldId="270"/>
            <ac:grpSpMk id="10" creationId="{AE1C45F0-260A-458C-96ED-C1F6D2151219}"/>
          </ac:grpSpMkLst>
        </pc:grpChg>
        <pc:cxnChg chg="add del">
          <ac:chgData name="Guest User" userId="" providerId="Windows Live" clId="Web-{B70D89CB-5EE7-D652-AAAC-D6AEE762ADB7}" dt="2026-01-19T16:41:21.975" v="962"/>
          <ac:cxnSpMkLst>
            <pc:docMk/>
            <pc:sldMk cId="3670339445" sldId="270"/>
            <ac:cxnSpMk id="17" creationId="{6CF1BAF6-AD41-4082-B212-8A1F9A2E8779}"/>
          </ac:cxnSpMkLst>
        </pc:cxnChg>
      </pc:sldChg>
      <pc:sldChg chg="addSp delSp modSp new mod setBg modClrScheme delDesignElem chgLayout">
        <pc:chgData name="Guest User" userId="" providerId="Windows Live" clId="Web-{B70D89CB-5EE7-D652-AAAC-D6AEE762ADB7}" dt="2026-01-19T16:41:21.975" v="962"/>
        <pc:sldMkLst>
          <pc:docMk/>
          <pc:sldMk cId="1104001576" sldId="272"/>
        </pc:sldMkLst>
        <pc:spChg chg="mod ord">
          <ac:chgData name="Guest User" userId="" providerId="Windows Live" clId="Web-{B70D89CB-5EE7-D652-AAAC-D6AEE762ADB7}" dt="2026-01-19T16:41:21.975" v="962"/>
          <ac:spMkLst>
            <pc:docMk/>
            <pc:sldMk cId="1104001576" sldId="272"/>
            <ac:spMk id="2" creationId="{46C017AA-1B79-2A15-A0E5-DE45EF60836E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1104001576" sldId="272"/>
            <ac:spMk id="18" creationId="{7FEAE179-C525-48F3-AD47-0E9E2B6F2E2E}"/>
          </ac:spMkLst>
        </pc:spChg>
        <pc:picChg chg="add mod ord modCrop">
          <ac:chgData name="Guest User" userId="" providerId="Windows Live" clId="Web-{B70D89CB-5EE7-D652-AAAC-D6AEE762ADB7}" dt="2026-01-19T14:45:03.903" v="710" actId="1076"/>
          <ac:picMkLst>
            <pc:docMk/>
            <pc:sldMk cId="1104001576" sldId="272"/>
            <ac:picMk id="4" creationId="{B5BB781A-1306-C211-FD3B-DCF53311F580}"/>
          </ac:picMkLst>
        </pc:picChg>
      </pc:sldChg>
      <pc:sldChg chg="addSp delSp modSp new mod setBg modClrScheme addAnim delAnim delDesignElem chgLayout">
        <pc:chgData name="Guest User" userId="" providerId="Windows Live" clId="Web-{B70D89CB-5EE7-D652-AAAC-D6AEE762ADB7}" dt="2026-01-19T16:41:21.975" v="962"/>
        <pc:sldMkLst>
          <pc:docMk/>
          <pc:sldMk cId="481037758" sldId="273"/>
        </pc:sldMkLst>
        <pc:spChg chg="mod ord">
          <ac:chgData name="Guest User" userId="" providerId="Windows Live" clId="Web-{B70D89CB-5EE7-D652-AAAC-D6AEE762ADB7}" dt="2026-01-19T16:41:21.975" v="962"/>
          <ac:spMkLst>
            <pc:docMk/>
            <pc:sldMk cId="481037758" sldId="273"/>
            <ac:spMk id="2" creationId="{7E5BEB0F-9160-571E-2516-13978AE8E47B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481037758" sldId="273"/>
            <ac:spMk id="19" creationId="{53F29798-D584-4792-9B62-3F5F5C36D619}"/>
          </ac:spMkLst>
        </pc:spChg>
        <pc:picChg chg="add mod ord">
          <ac:chgData name="Guest User" userId="" providerId="Windows Live" clId="Web-{B70D89CB-5EE7-D652-AAAC-D6AEE762ADB7}" dt="2026-01-19T14:51:36.984" v="750"/>
          <ac:picMkLst>
            <pc:docMk/>
            <pc:sldMk cId="481037758" sldId="273"/>
            <ac:picMk id="4" creationId="{1FCEAD01-A4E4-CCAE-EA54-477E58B225BB}"/>
          </ac:picMkLst>
        </pc:picChg>
      </pc:sldChg>
      <pc:sldChg chg="addSp delSp modSp mod modClrScheme delDesignElem chgLayout">
        <pc:chgData name="Guest User" userId="" providerId="Windows Live" clId="Web-{B70D89CB-5EE7-D652-AAAC-D6AEE762ADB7}" dt="2026-01-19T16:41:21.975" v="962"/>
        <pc:sldMkLst>
          <pc:docMk/>
          <pc:sldMk cId="895827201" sldId="274"/>
        </pc:sldMkLst>
        <pc:spChg chg="mod ord">
          <ac:chgData name="Guest User" userId="" providerId="Windows Live" clId="Web-{B70D89CB-5EE7-D652-AAAC-D6AEE762ADB7}" dt="2026-01-19T16:41:21.975" v="962"/>
          <ac:spMkLst>
            <pc:docMk/>
            <pc:sldMk cId="895827201" sldId="274"/>
            <ac:spMk id="2" creationId="{C01F5162-85C6-397D-E246-5E137D33CBFB}"/>
          </ac:spMkLst>
        </pc:spChg>
        <pc:spChg chg="mod ord">
          <ac:chgData name="Guest User" userId="" providerId="Windows Live" clId="Web-{B70D89CB-5EE7-D652-AAAC-D6AEE762ADB7}" dt="2026-01-19T16:41:21.975" v="962"/>
          <ac:spMkLst>
            <pc:docMk/>
            <pc:sldMk cId="895827201" sldId="274"/>
            <ac:spMk id="3" creationId="{5D6D0EAD-F0A9-DBBE-604A-9E82341BF11B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895827201" sldId="274"/>
            <ac:spMk id="8" creationId="{B6CDA21F-E7AF-4C75-8395-33F58D5B0E45}"/>
          </ac:spMkLst>
        </pc:spChg>
        <pc:spChg chg="add del">
          <ac:chgData name="Guest User" userId="" providerId="Windows Live" clId="Web-{B70D89CB-5EE7-D652-AAAC-D6AEE762ADB7}" dt="2026-01-19T16:41:21.975" v="962"/>
          <ac:spMkLst>
            <pc:docMk/>
            <pc:sldMk cId="895827201" sldId="274"/>
            <ac:spMk id="15" creationId="{D5B0017B-2ECA-49AF-B397-DC140825DF8D}"/>
          </ac:spMkLst>
        </pc:spChg>
        <pc:grpChg chg="add del">
          <ac:chgData name="Guest User" userId="" providerId="Windows Live" clId="Web-{B70D89CB-5EE7-D652-AAAC-D6AEE762ADB7}" dt="2026-01-19T16:41:21.975" v="962"/>
          <ac:grpSpMkLst>
            <pc:docMk/>
            <pc:sldMk cId="895827201" sldId="274"/>
            <ac:grpSpMk id="10" creationId="{AE1C45F0-260A-458C-96ED-C1F6D2151219}"/>
          </ac:grpSpMkLst>
        </pc:grpChg>
        <pc:cxnChg chg="add del">
          <ac:chgData name="Guest User" userId="" providerId="Windows Live" clId="Web-{B70D89CB-5EE7-D652-AAAC-D6AEE762ADB7}" dt="2026-01-19T16:41:21.975" v="962"/>
          <ac:cxnSpMkLst>
            <pc:docMk/>
            <pc:sldMk cId="895827201" sldId="274"/>
            <ac:cxnSpMk id="17" creationId="{6CF1BAF6-AD41-4082-B212-8A1F9A2E8779}"/>
          </ac:cxnSpMkLst>
        </pc:cxnChg>
      </pc:sldChg>
      <pc:sldChg chg="addSp delSp modSp new mod setBg modClrScheme chgLayout">
        <pc:chgData name="Guest User" userId="" providerId="Windows Live" clId="Web-{B70D89CB-5EE7-D652-AAAC-D6AEE762ADB7}" dt="2026-01-20T14:50:38.533" v="1284"/>
        <pc:sldMkLst>
          <pc:docMk/>
          <pc:sldMk cId="3285978620" sldId="275"/>
        </pc:sldMkLst>
        <pc:spChg chg="mod ord">
          <ac:chgData name="Guest User" userId="" providerId="Windows Live" clId="Web-{B70D89CB-5EE7-D652-AAAC-D6AEE762ADB7}" dt="2026-01-20T14:46:40.060" v="1274"/>
          <ac:spMkLst>
            <pc:docMk/>
            <pc:sldMk cId="3285978620" sldId="275"/>
            <ac:spMk id="2" creationId="{017C3E04-2DEF-5F11-7400-EEDB13248B0A}"/>
          </ac:spMkLst>
        </pc:spChg>
        <pc:spChg chg="mod ord">
          <ac:chgData name="Guest User" userId="" providerId="Windows Live" clId="Web-{B70D89CB-5EE7-D652-AAAC-D6AEE762ADB7}" dt="2026-01-20T14:46:40.076" v="1275"/>
          <ac:spMkLst>
            <pc:docMk/>
            <pc:sldMk cId="3285978620" sldId="275"/>
            <ac:spMk id="3" creationId="{5F7A73AD-AD0A-35BD-645B-1A783F28DCE7}"/>
          </ac:spMkLst>
        </pc:spChg>
        <pc:spChg chg="add del">
          <ac:chgData name="Guest User" userId="" providerId="Windows Live" clId="Web-{B70D89CB-5EE7-D652-AAAC-D6AEE762ADB7}" dt="2026-01-20T14:36:40.011" v="1218"/>
          <ac:spMkLst>
            <pc:docMk/>
            <pc:sldMk cId="3285978620" sldId="275"/>
            <ac:spMk id="8" creationId="{B6CDA21F-E7AF-4C75-8395-33F58D5B0E45}"/>
          </ac:spMkLst>
        </pc:spChg>
        <pc:spChg chg="add del">
          <ac:chgData name="Guest User" userId="" providerId="Windows Live" clId="Web-{B70D89CB-5EE7-D652-AAAC-D6AEE762ADB7}" dt="2026-01-20T14:36:40.011" v="1218"/>
          <ac:spMkLst>
            <pc:docMk/>
            <pc:sldMk cId="3285978620" sldId="275"/>
            <ac:spMk id="15" creationId="{D5B0017B-2ECA-49AF-B397-DC140825DF8D}"/>
          </ac:spMkLst>
        </pc:spChg>
        <pc:spChg chg="add del">
          <ac:chgData name="Guest User" userId="" providerId="Windows Live" clId="Web-{B70D89CB-5EE7-D652-AAAC-D6AEE762ADB7}" dt="2026-01-20T14:37:40.487" v="1223"/>
          <ac:spMkLst>
            <pc:docMk/>
            <pc:sldMk cId="3285978620" sldId="275"/>
            <ac:spMk id="22" creationId="{6EFC920F-B85A-4068-BD93-41064EDE93D3}"/>
          </ac:spMkLst>
        </pc:spChg>
        <pc:spChg chg="add del">
          <ac:chgData name="Guest User" userId="" providerId="Windows Live" clId="Web-{B70D89CB-5EE7-D652-AAAC-D6AEE762ADB7}" dt="2026-01-20T14:37:40.487" v="1223"/>
          <ac:spMkLst>
            <pc:docMk/>
            <pc:sldMk cId="3285978620" sldId="275"/>
            <ac:spMk id="28" creationId="{CBC4F608-B4B8-48C3-9572-C0F061B1CD99}"/>
          </ac:spMkLst>
        </pc:spChg>
        <pc:spChg chg="add del">
          <ac:chgData name="Guest User" userId="" providerId="Windows Live" clId="Web-{B70D89CB-5EE7-D652-AAAC-D6AEE762ADB7}" dt="2026-01-20T14:37:40.487" v="1223"/>
          <ac:spMkLst>
            <pc:docMk/>
            <pc:sldMk cId="3285978620" sldId="275"/>
            <ac:spMk id="30" creationId="{1382A32C-5B0C-4B1C-A074-76C6DBCC9F87}"/>
          </ac:spMkLst>
        </pc:spChg>
        <pc:spChg chg="add del">
          <ac:chgData name="Guest User" userId="" providerId="Windows Live" clId="Web-{B70D89CB-5EE7-D652-AAAC-D6AEE762ADB7}" dt="2026-01-20T14:37:40.487" v="1222"/>
          <ac:spMkLst>
            <pc:docMk/>
            <pc:sldMk cId="3285978620" sldId="275"/>
            <ac:spMk id="35" creationId="{2EB492CD-616E-47F8-933B-5E2D952A0593}"/>
          </ac:spMkLst>
        </pc:spChg>
        <pc:spChg chg="add del">
          <ac:chgData name="Guest User" userId="" providerId="Windows Live" clId="Web-{B70D89CB-5EE7-D652-AAAC-D6AEE762ADB7}" dt="2026-01-20T14:37:40.487" v="1222"/>
          <ac:spMkLst>
            <pc:docMk/>
            <pc:sldMk cId="3285978620" sldId="275"/>
            <ac:spMk id="37" creationId="{59383CF9-23B5-4335-9B21-1791C4CF1C75}"/>
          </ac:spMkLst>
        </pc:spChg>
        <pc:spChg chg="add del">
          <ac:chgData name="Guest User" userId="" providerId="Windows Live" clId="Web-{B70D89CB-5EE7-D652-AAAC-D6AEE762ADB7}" dt="2026-01-20T14:37:40.487" v="1222"/>
          <ac:spMkLst>
            <pc:docMk/>
            <pc:sldMk cId="3285978620" sldId="275"/>
            <ac:spMk id="39" creationId="{0007FE00-9498-4706-B255-6437B0252C02}"/>
          </ac:spMkLst>
        </pc:spChg>
        <pc:spChg chg="add del">
          <ac:chgData name="Guest User" userId="" providerId="Windows Live" clId="Web-{B70D89CB-5EE7-D652-AAAC-D6AEE762ADB7}" dt="2026-01-20T14:40:57.158" v="1245"/>
          <ac:spMkLst>
            <pc:docMk/>
            <pc:sldMk cId="3285978620" sldId="275"/>
            <ac:spMk id="41" creationId="{CBC4F608-B4B8-48C3-9572-C0F061B1CD99}"/>
          </ac:spMkLst>
        </pc:spChg>
        <pc:spChg chg="add del">
          <ac:chgData name="Guest User" userId="" providerId="Windows Live" clId="Web-{B70D89CB-5EE7-D652-AAAC-D6AEE762ADB7}" dt="2026-01-20T14:40:57.158" v="1245"/>
          <ac:spMkLst>
            <pc:docMk/>
            <pc:sldMk cId="3285978620" sldId="275"/>
            <ac:spMk id="42" creationId="{6EFC920F-B85A-4068-BD93-41064EDE93D3}"/>
          </ac:spMkLst>
        </pc:spChg>
        <pc:spChg chg="add del">
          <ac:chgData name="Guest User" userId="" providerId="Windows Live" clId="Web-{B70D89CB-5EE7-D652-AAAC-D6AEE762ADB7}" dt="2026-01-20T14:40:57.158" v="1245"/>
          <ac:spMkLst>
            <pc:docMk/>
            <pc:sldMk cId="3285978620" sldId="275"/>
            <ac:spMk id="43" creationId="{1382A32C-5B0C-4B1C-A074-76C6DBCC9F87}"/>
          </ac:spMkLst>
        </pc:spChg>
        <pc:spChg chg="add del">
          <ac:chgData name="Guest User" userId="" providerId="Windows Live" clId="Web-{B70D89CB-5EE7-D652-AAAC-D6AEE762ADB7}" dt="2026-01-20T14:42:00.927" v="1254"/>
          <ac:spMkLst>
            <pc:docMk/>
            <pc:sldMk cId="3285978620" sldId="275"/>
            <ac:spMk id="50" creationId="{6EFC920F-B85A-4068-BD93-41064EDE93D3}"/>
          </ac:spMkLst>
        </pc:spChg>
        <pc:spChg chg="add del">
          <ac:chgData name="Guest User" userId="" providerId="Windows Live" clId="Web-{B70D89CB-5EE7-D652-AAAC-D6AEE762ADB7}" dt="2026-01-20T14:42:00.927" v="1254"/>
          <ac:spMkLst>
            <pc:docMk/>
            <pc:sldMk cId="3285978620" sldId="275"/>
            <ac:spMk id="56" creationId="{CBC4F608-B4B8-48C3-9572-C0F061B1CD99}"/>
          </ac:spMkLst>
        </pc:spChg>
        <pc:spChg chg="add del">
          <ac:chgData name="Guest User" userId="" providerId="Windows Live" clId="Web-{B70D89CB-5EE7-D652-AAAC-D6AEE762ADB7}" dt="2026-01-20T14:42:00.927" v="1254"/>
          <ac:spMkLst>
            <pc:docMk/>
            <pc:sldMk cId="3285978620" sldId="275"/>
            <ac:spMk id="58" creationId="{1382A32C-5B0C-4B1C-A074-76C6DBCC9F87}"/>
          </ac:spMkLst>
        </pc:spChg>
        <pc:spChg chg="add del">
          <ac:chgData name="Guest User" userId="" providerId="Windows Live" clId="Web-{B70D89CB-5EE7-D652-AAAC-D6AEE762ADB7}" dt="2026-01-20T14:44:08.088" v="1258"/>
          <ac:spMkLst>
            <pc:docMk/>
            <pc:sldMk cId="3285978620" sldId="275"/>
            <ac:spMk id="63" creationId="{2EB492CD-616E-47F8-933B-5E2D952A0593}"/>
          </ac:spMkLst>
        </pc:spChg>
        <pc:spChg chg="add del">
          <ac:chgData name="Guest User" userId="" providerId="Windows Live" clId="Web-{B70D89CB-5EE7-D652-AAAC-D6AEE762ADB7}" dt="2026-01-20T14:43:04.961" v="1257"/>
          <ac:spMkLst>
            <pc:docMk/>
            <pc:sldMk cId="3285978620" sldId="275"/>
            <ac:spMk id="65" creationId="{59383CF9-23B5-4335-9B21-1791C4CF1C75}"/>
          </ac:spMkLst>
        </pc:spChg>
        <pc:spChg chg="add del">
          <ac:chgData name="Guest User" userId="" providerId="Windows Live" clId="Web-{B70D89CB-5EE7-D652-AAAC-D6AEE762ADB7}" dt="2026-01-20T14:44:08.088" v="1258"/>
          <ac:spMkLst>
            <pc:docMk/>
            <pc:sldMk cId="3285978620" sldId="275"/>
            <ac:spMk id="67" creationId="{0007FE00-9498-4706-B255-6437B0252C02}"/>
          </ac:spMkLst>
        </pc:spChg>
        <pc:spChg chg="add del">
          <ac:chgData name="Guest User" userId="" providerId="Windows Live" clId="Web-{B70D89CB-5EE7-D652-AAAC-D6AEE762ADB7}" dt="2026-01-20T14:46:40.076" v="1275"/>
          <ac:spMkLst>
            <pc:docMk/>
            <pc:sldMk cId="3285978620" sldId="275"/>
            <ac:spMk id="72" creationId="{6EFC920F-B85A-4068-BD93-41064EDE93D3}"/>
          </ac:spMkLst>
        </pc:spChg>
        <pc:spChg chg="add del">
          <ac:chgData name="Guest User" userId="" providerId="Windows Live" clId="Web-{B70D89CB-5EE7-D652-AAAC-D6AEE762ADB7}" dt="2026-01-20T14:46:40.076" v="1275"/>
          <ac:spMkLst>
            <pc:docMk/>
            <pc:sldMk cId="3285978620" sldId="275"/>
            <ac:spMk id="78" creationId="{CBC4F608-B4B8-48C3-9572-C0F061B1CD99}"/>
          </ac:spMkLst>
        </pc:spChg>
        <pc:spChg chg="add del">
          <ac:chgData name="Guest User" userId="" providerId="Windows Live" clId="Web-{B70D89CB-5EE7-D652-AAAC-D6AEE762ADB7}" dt="2026-01-20T14:46:40.076" v="1275"/>
          <ac:spMkLst>
            <pc:docMk/>
            <pc:sldMk cId="3285978620" sldId="275"/>
            <ac:spMk id="80" creationId="{1382A32C-5B0C-4B1C-A074-76C6DBCC9F87}"/>
          </ac:spMkLst>
        </pc:spChg>
        <pc:spChg chg="add del">
          <ac:chgData name="Guest User" userId="" providerId="Windows Live" clId="Web-{B70D89CB-5EE7-D652-AAAC-D6AEE762ADB7}" dt="2026-01-20T14:46:40.060" v="1274"/>
          <ac:spMkLst>
            <pc:docMk/>
            <pc:sldMk cId="3285978620" sldId="275"/>
            <ac:spMk id="85" creationId="{2EB492CD-616E-47F8-933B-5E2D952A0593}"/>
          </ac:spMkLst>
        </pc:spChg>
        <pc:spChg chg="add del">
          <ac:chgData name="Guest User" userId="" providerId="Windows Live" clId="Web-{B70D89CB-5EE7-D652-AAAC-D6AEE762ADB7}" dt="2026-01-20T14:46:40.060" v="1274"/>
          <ac:spMkLst>
            <pc:docMk/>
            <pc:sldMk cId="3285978620" sldId="275"/>
            <ac:spMk id="87" creationId="{59383CF9-23B5-4335-9B21-1791C4CF1C75}"/>
          </ac:spMkLst>
        </pc:spChg>
        <pc:spChg chg="add del">
          <ac:chgData name="Guest User" userId="" providerId="Windows Live" clId="Web-{B70D89CB-5EE7-D652-AAAC-D6AEE762ADB7}" dt="2026-01-20T14:46:40.060" v="1274"/>
          <ac:spMkLst>
            <pc:docMk/>
            <pc:sldMk cId="3285978620" sldId="275"/>
            <ac:spMk id="89" creationId="{0007FE00-9498-4706-B255-6437B0252C02}"/>
          </ac:spMkLst>
        </pc:spChg>
        <pc:spChg chg="add">
          <ac:chgData name="Guest User" userId="" providerId="Windows Live" clId="Web-{B70D89CB-5EE7-D652-AAAC-D6AEE762ADB7}" dt="2026-01-20T14:46:40.076" v="1275"/>
          <ac:spMkLst>
            <pc:docMk/>
            <pc:sldMk cId="3285978620" sldId="275"/>
            <ac:spMk id="91" creationId="{CBC4F608-B4B8-48C3-9572-C0F061B1CD99}"/>
          </ac:spMkLst>
        </pc:spChg>
        <pc:spChg chg="add">
          <ac:chgData name="Guest User" userId="" providerId="Windows Live" clId="Web-{B70D89CB-5EE7-D652-AAAC-D6AEE762ADB7}" dt="2026-01-20T14:46:40.076" v="1275"/>
          <ac:spMkLst>
            <pc:docMk/>
            <pc:sldMk cId="3285978620" sldId="275"/>
            <ac:spMk id="92" creationId="{6EFC920F-B85A-4068-BD93-41064EDE93D3}"/>
          </ac:spMkLst>
        </pc:spChg>
        <pc:spChg chg="add">
          <ac:chgData name="Guest User" userId="" providerId="Windows Live" clId="Web-{B70D89CB-5EE7-D652-AAAC-D6AEE762ADB7}" dt="2026-01-20T14:46:40.076" v="1275"/>
          <ac:spMkLst>
            <pc:docMk/>
            <pc:sldMk cId="3285978620" sldId="275"/>
            <ac:spMk id="93" creationId="{1382A32C-5B0C-4B1C-A074-76C6DBCC9F87}"/>
          </ac:spMkLst>
        </pc:spChg>
        <pc:grpChg chg="add del">
          <ac:chgData name="Guest User" userId="" providerId="Windows Live" clId="Web-{B70D89CB-5EE7-D652-AAAC-D6AEE762ADB7}" dt="2026-01-20T14:36:40.011" v="1218"/>
          <ac:grpSpMkLst>
            <pc:docMk/>
            <pc:sldMk cId="3285978620" sldId="275"/>
            <ac:grpSpMk id="10" creationId="{AE1C45F0-260A-458C-96ED-C1F6D2151219}"/>
          </ac:grpSpMkLst>
        </pc:grpChg>
        <pc:grpChg chg="add del">
          <ac:chgData name="Guest User" userId="" providerId="Windows Live" clId="Web-{B70D89CB-5EE7-D652-AAAC-D6AEE762ADB7}" dt="2026-01-20T14:37:40.487" v="1223"/>
          <ac:grpSpMkLst>
            <pc:docMk/>
            <pc:sldMk cId="3285978620" sldId="275"/>
            <ac:grpSpMk id="24" creationId="{1C559108-BBAE-426C-8564-051D2BA6DDC8}"/>
          </ac:grpSpMkLst>
        </pc:grpChg>
        <pc:grpChg chg="add">
          <ac:chgData name="Guest User" userId="" providerId="Windows Live" clId="Web-{B70D89CB-5EE7-D652-AAAC-D6AEE762ADB7}" dt="2026-01-20T14:37:40.487" v="1223"/>
          <ac:grpSpMkLst>
            <pc:docMk/>
            <pc:sldMk cId="3285978620" sldId="275"/>
            <ac:grpSpMk id="44" creationId="{1C559108-BBAE-426C-8564-051D2BA6DDC8}"/>
          </ac:grpSpMkLst>
        </pc:grpChg>
        <pc:grpChg chg="add del">
          <ac:chgData name="Guest User" userId="" providerId="Windows Live" clId="Web-{B70D89CB-5EE7-D652-AAAC-D6AEE762ADB7}" dt="2026-01-20T14:42:00.927" v="1254"/>
          <ac:grpSpMkLst>
            <pc:docMk/>
            <pc:sldMk cId="3285978620" sldId="275"/>
            <ac:grpSpMk id="52" creationId="{1C559108-BBAE-426C-8564-051D2BA6DDC8}"/>
          </ac:grpSpMkLst>
        </pc:grpChg>
        <pc:grpChg chg="add del">
          <ac:chgData name="Guest User" userId="" providerId="Windows Live" clId="Web-{B70D89CB-5EE7-D652-AAAC-D6AEE762ADB7}" dt="2026-01-20T14:46:40.076" v="1275"/>
          <ac:grpSpMkLst>
            <pc:docMk/>
            <pc:sldMk cId="3285978620" sldId="275"/>
            <ac:grpSpMk id="74" creationId="{1C559108-BBAE-426C-8564-051D2BA6DDC8}"/>
          </ac:grpSpMkLst>
        </pc:grpChg>
        <pc:grpChg chg="add">
          <ac:chgData name="Guest User" userId="" providerId="Windows Live" clId="Web-{B70D89CB-5EE7-D652-AAAC-D6AEE762ADB7}" dt="2026-01-20T14:46:40.076" v="1275"/>
          <ac:grpSpMkLst>
            <pc:docMk/>
            <pc:sldMk cId="3285978620" sldId="275"/>
            <ac:grpSpMk id="94" creationId="{1C559108-BBAE-426C-8564-051D2BA6DDC8}"/>
          </ac:grpSpMkLst>
        </pc:grpChg>
        <pc:picChg chg="add mod ord">
          <ac:chgData name="Guest User" userId="" providerId="Windows Live" clId="Web-{B70D89CB-5EE7-D652-AAAC-D6AEE762ADB7}" dt="2026-01-20T14:46:40.076" v="1275"/>
          <ac:picMkLst>
            <pc:docMk/>
            <pc:sldMk cId="3285978620" sldId="275"/>
            <ac:picMk id="4" creationId="{C6F8EE6B-FAA0-28D2-8DB2-592CC29E9CC3}"/>
          </ac:picMkLst>
        </pc:picChg>
        <pc:picChg chg="add del mod">
          <ac:chgData name="Guest User" userId="" providerId="Windows Live" clId="Web-{B70D89CB-5EE7-D652-AAAC-D6AEE762ADB7}" dt="2026-01-20T14:50:38.533" v="1284"/>
          <ac:picMkLst>
            <pc:docMk/>
            <pc:sldMk cId="3285978620" sldId="275"/>
            <ac:picMk id="5" creationId="{3AC718CF-9178-246C-1038-E44CF9F99BD1}"/>
          </ac:picMkLst>
        </pc:picChg>
        <pc:cxnChg chg="add">
          <ac:chgData name="Guest User" userId="" providerId="Windows Live" clId="Web-{B70D89CB-5EE7-D652-AAAC-D6AEE762ADB7}" dt="2026-01-20T14:33:12.884" v="1212"/>
          <ac:cxnSpMkLst>
            <pc:docMk/>
            <pc:sldMk cId="3285978620" sldId="275"/>
            <ac:cxnSpMk id="17" creationId="{6CF1BAF6-AD41-4082-B212-8A1F9A2E8779}"/>
          </ac:cxnSpMkLst>
        </pc:cxnChg>
      </pc:sldChg>
      <pc:sldChg chg="modSp new modNotes">
        <pc:chgData name="Guest User" userId="" providerId="Windows Live" clId="Web-{B70D89CB-5EE7-D652-AAAC-D6AEE762ADB7}" dt="2026-01-20T06:35:46.340" v="1122" actId="14100"/>
        <pc:sldMkLst>
          <pc:docMk/>
          <pc:sldMk cId="3664074422" sldId="276"/>
        </pc:sldMkLst>
        <pc:spChg chg="mod">
          <ac:chgData name="Guest User" userId="" providerId="Windows Live" clId="Web-{B70D89CB-5EE7-D652-AAAC-D6AEE762ADB7}" dt="2026-01-20T06:35:46.340" v="1122" actId="14100"/>
          <ac:spMkLst>
            <pc:docMk/>
            <pc:sldMk cId="3664074422" sldId="276"/>
            <ac:spMk id="4" creationId="{149F6100-CDC0-BE7B-456C-40F4D042D5BD}"/>
          </ac:spMkLst>
        </pc:spChg>
      </pc:sldChg>
      <pc:sldChg chg="del">
        <pc:chgData name="Guest User" userId="" providerId="Windows Live" clId="Web-{B70D89CB-5EE7-D652-AAAC-D6AEE762ADB7}" dt="2026-01-20T08:52:33.314" v="1150"/>
        <pc:sldMkLst>
          <pc:docMk/>
          <pc:sldMk cId="45689752" sldId="277"/>
        </pc:sldMkLst>
      </pc:sldChg>
      <pc:sldChg chg="addSp modSp ord">
        <pc:chgData name="Guest User" userId="" providerId="Windows Live" clId="Web-{B70D89CB-5EE7-D652-AAAC-D6AEE762ADB7}" dt="2026-01-21T08:31:01.732" v="1363" actId="20577"/>
        <pc:sldMkLst>
          <pc:docMk/>
          <pc:sldMk cId="518790693" sldId="278"/>
        </pc:sldMkLst>
        <pc:spChg chg="mod">
          <ac:chgData name="Guest User" userId="" providerId="Windows Live" clId="Web-{B70D89CB-5EE7-D652-AAAC-D6AEE762ADB7}" dt="2026-01-21T08:31:01.732" v="1363" actId="20577"/>
          <ac:spMkLst>
            <pc:docMk/>
            <pc:sldMk cId="518790693" sldId="278"/>
            <ac:spMk id="2" creationId="{ED08C4F8-6B0E-F355-1ABC-1A87D8DFA1E9}"/>
          </ac:spMkLst>
        </pc:spChg>
        <pc:graphicFrameChg chg="add mod modGraphic">
          <ac:chgData name="Guest User" userId="" providerId="Windows Live" clId="Web-{B70D89CB-5EE7-D652-AAAC-D6AEE762ADB7}" dt="2026-01-20T08:18:42.590" v="1132"/>
          <ac:graphicFrameMkLst>
            <pc:docMk/>
            <pc:sldMk cId="518790693" sldId="278"/>
            <ac:graphicFrameMk id="7" creationId="{88B50138-4991-771A-BD12-3CA0DCFA9CCE}"/>
          </ac:graphicFrameMkLst>
        </pc:graphicFrameChg>
      </pc:sldChg>
      <pc:sldMasterChg chg="add del addSldLayout delSldLayout">
        <pc:chgData name="Guest User" userId="" providerId="Windows Live" clId="Web-{B70D89CB-5EE7-D652-AAAC-D6AEE762ADB7}" dt="2026-01-19T16:41:21.975" v="962"/>
        <pc:sldMasterMkLst>
          <pc:docMk/>
          <pc:sldMasterMk cId="2651892557" sldId="2147483761"/>
        </pc:sldMasterMkLst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95028178" sldId="2147483712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977855361" sldId="2147483713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389221624" sldId="2147483714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563195339" sldId="2147483715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925560719" sldId="2147483716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51373123" sldId="2147483717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374761934" sldId="2147483718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386561360" sldId="2147483719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219018770" sldId="2147483720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483888772" sldId="2147483721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373036110" sldId="2147483722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687838485" sldId="2147483723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118008383" sldId="2147483724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084496690" sldId="2147483725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965518609" sldId="2147483726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51558245" sldId="2147483727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492024860" sldId="2147483728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81015092" sldId="2147483729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4065670203" sldId="2147483730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4268769492" sldId="2147483731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221261437" sldId="2147483732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728008443" sldId="2147483733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392617145" sldId="2147483734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375469434" sldId="2147483735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062434469" sldId="2147483736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812006312" sldId="2147483737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848756574" sldId="2147483738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039945255" sldId="2147483739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773204916" sldId="2147483740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598679354" sldId="2147483741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938751936" sldId="2147483742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928436276" sldId="2147483743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535105372" sldId="2147483744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4039805056" sldId="2147483745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413134584" sldId="2147483746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171585980" sldId="2147483747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352647886" sldId="2147483748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777540560" sldId="2147483749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512141693" sldId="2147483750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188104167" sldId="2147483751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385740211" sldId="2147483752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799279346" sldId="2147483753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903401790" sldId="2147483754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081109808" sldId="2147483755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252716571" sldId="2147483756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1467099402" sldId="2147483757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187563671" sldId="2147483758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2453833362" sldId="2147483759"/>
          </pc:sldLayoutMkLst>
        </pc:sldLayoutChg>
        <pc:sldLayoutChg chg="add del">
          <pc:chgData name="Guest User" userId="" providerId="Windows Live" clId="Web-{B70D89CB-5EE7-D652-AAAC-D6AEE762ADB7}" dt="2026-01-19T16:41:21.975" v="962"/>
          <pc:sldLayoutMkLst>
            <pc:docMk/>
            <pc:sldMasterMk cId="2651892557" sldId="2147483761"/>
            <pc:sldLayoutMk cId="3314445537" sldId="2147483760"/>
          </pc:sldLayoutMkLst>
        </pc:sldLayoutChg>
      </pc:sldMasterChg>
    </pc:docChg>
  </pc:docChgLst>
  <pc:docChgLst>
    <pc:chgData name="Federica Santi" userId="249034e57db1e5f0" providerId="Windows Live" clId="Web-{F3F611DE-61E3-4340-C7F1-A2D8D297E230}"/>
    <pc:docChg chg="addSld delSld modSld sldOrd">
      <pc:chgData name="Federica Santi" userId="249034e57db1e5f0" providerId="Windows Live" clId="Web-{F3F611DE-61E3-4340-C7F1-A2D8D297E230}" dt="2026-01-20T21:51:23.605" v="634" actId="1076"/>
      <pc:docMkLst>
        <pc:docMk/>
      </pc:docMkLst>
      <pc:sldChg chg="modSp">
        <pc:chgData name="Federica Santi" userId="249034e57db1e5f0" providerId="Windows Live" clId="Web-{F3F611DE-61E3-4340-C7F1-A2D8D297E230}" dt="2026-01-20T08:18:42.101" v="336" actId="20577"/>
        <pc:sldMkLst>
          <pc:docMk/>
          <pc:sldMk cId="1162810560" sldId="257"/>
        </pc:sldMkLst>
        <pc:spChg chg="mod">
          <ac:chgData name="Federica Santi" userId="249034e57db1e5f0" providerId="Windows Live" clId="Web-{F3F611DE-61E3-4340-C7F1-A2D8D297E230}" dt="2026-01-20T08:18:42.101" v="336" actId="20577"/>
          <ac:spMkLst>
            <pc:docMk/>
            <pc:sldMk cId="1162810560" sldId="257"/>
            <ac:spMk id="20" creationId="{1A3415B2-5955-728C-C189-C34D22254E7B}"/>
          </ac:spMkLst>
        </pc:spChg>
      </pc:sldChg>
      <pc:sldChg chg="modAnim">
        <pc:chgData name="Federica Santi" userId="249034e57db1e5f0" providerId="Windows Live" clId="Web-{F3F611DE-61E3-4340-C7F1-A2D8D297E230}" dt="2026-01-20T08:29:44.690" v="345"/>
        <pc:sldMkLst>
          <pc:docMk/>
          <pc:sldMk cId="3985436350" sldId="258"/>
        </pc:sldMkLst>
      </pc:sldChg>
      <pc:sldChg chg="modSp">
        <pc:chgData name="Federica Santi" userId="249034e57db1e5f0" providerId="Windows Live" clId="Web-{F3F611DE-61E3-4340-C7F1-A2D8D297E230}" dt="2026-01-20T21:51:23.605" v="634" actId="1076"/>
        <pc:sldMkLst>
          <pc:docMk/>
          <pc:sldMk cId="3639034323" sldId="259"/>
        </pc:sldMkLst>
        <pc:spChg chg="mod">
          <ac:chgData name="Federica Santi" userId="249034e57db1e5f0" providerId="Windows Live" clId="Web-{F3F611DE-61E3-4340-C7F1-A2D8D297E230}" dt="2026-01-20T21:51:23.605" v="634" actId="1076"/>
          <ac:spMkLst>
            <pc:docMk/>
            <pc:sldMk cId="3639034323" sldId="259"/>
            <ac:spMk id="6" creationId="{990B2C7F-4109-8A75-500D-BC368456C761}"/>
          </ac:spMkLst>
        </pc:spChg>
      </pc:sldChg>
      <pc:sldChg chg="modSp">
        <pc:chgData name="Federica Santi" userId="249034e57db1e5f0" providerId="Windows Live" clId="Web-{F3F611DE-61E3-4340-C7F1-A2D8D297E230}" dt="2026-01-20T21:51:07.808" v="633" actId="20577"/>
        <pc:sldMkLst>
          <pc:docMk/>
          <pc:sldMk cId="2789425548" sldId="266"/>
        </pc:sldMkLst>
        <pc:spChg chg="mod">
          <ac:chgData name="Federica Santi" userId="249034e57db1e5f0" providerId="Windows Live" clId="Web-{F3F611DE-61E3-4340-C7F1-A2D8D297E230}" dt="2026-01-20T21:51:07.808" v="633" actId="20577"/>
          <ac:spMkLst>
            <pc:docMk/>
            <pc:sldMk cId="2789425548" sldId="266"/>
            <ac:spMk id="3" creationId="{05FCC5A2-3B98-B8AF-9572-D30FBD072763}"/>
          </ac:spMkLst>
        </pc:spChg>
      </pc:sldChg>
      <pc:sldChg chg="modSp addAnim delAnim">
        <pc:chgData name="Federica Santi" userId="249034e57db1e5f0" providerId="Windows Live" clId="Web-{F3F611DE-61E3-4340-C7F1-A2D8D297E230}" dt="2026-01-20T08:30:17.190" v="346"/>
        <pc:sldMkLst>
          <pc:docMk/>
          <pc:sldMk cId="2662323047" sldId="268"/>
        </pc:sldMkLst>
        <pc:spChg chg="mod">
          <ac:chgData name="Federica Santi" userId="249034e57db1e5f0" providerId="Windows Live" clId="Web-{F3F611DE-61E3-4340-C7F1-A2D8D297E230}" dt="2026-01-20T08:16:27.474" v="261" actId="20577"/>
          <ac:spMkLst>
            <pc:docMk/>
            <pc:sldMk cId="2662323047" sldId="268"/>
            <ac:spMk id="38" creationId="{39645FF4-01B2-764D-1C06-C556803736DD}"/>
          </ac:spMkLst>
        </pc:spChg>
      </pc:sldChg>
      <pc:sldChg chg="modAnim">
        <pc:chgData name="Federica Santi" userId="249034e57db1e5f0" providerId="Windows Live" clId="Web-{F3F611DE-61E3-4340-C7F1-A2D8D297E230}" dt="2026-01-20T08:31:04.847" v="348"/>
        <pc:sldMkLst>
          <pc:docMk/>
          <pc:sldMk cId="223438897" sldId="269"/>
        </pc:sldMkLst>
      </pc:sldChg>
      <pc:sldChg chg="modSp ord modAnim">
        <pc:chgData name="Federica Santi" userId="249034e57db1e5f0" providerId="Windows Live" clId="Web-{F3F611DE-61E3-4340-C7F1-A2D8D297E230}" dt="2026-01-20T15:06:02.633" v="544"/>
        <pc:sldMkLst>
          <pc:docMk/>
          <pc:sldMk cId="3670339445" sldId="270"/>
        </pc:sldMkLst>
        <pc:spChg chg="mod">
          <ac:chgData name="Federica Santi" userId="249034e57db1e5f0" providerId="Windows Live" clId="Web-{F3F611DE-61E3-4340-C7F1-A2D8D297E230}" dt="2026-01-20T15:01:19.289" v="542" actId="20577"/>
          <ac:spMkLst>
            <pc:docMk/>
            <pc:sldMk cId="3670339445" sldId="270"/>
            <ac:spMk id="3" creationId="{1637D0B7-5AA9-A935-FDEC-002BC989A192}"/>
          </ac:spMkLst>
        </pc:spChg>
      </pc:sldChg>
      <pc:sldChg chg="modSp">
        <pc:chgData name="Federica Santi" userId="249034e57db1e5f0" providerId="Windows Live" clId="Web-{F3F611DE-61E3-4340-C7F1-A2D8D297E230}" dt="2026-01-20T21:48:47.804" v="611" actId="20577"/>
        <pc:sldMkLst>
          <pc:docMk/>
          <pc:sldMk cId="1104001576" sldId="272"/>
        </pc:sldMkLst>
        <pc:spChg chg="mod">
          <ac:chgData name="Federica Santi" userId="249034e57db1e5f0" providerId="Windows Live" clId="Web-{F3F611DE-61E3-4340-C7F1-A2D8D297E230}" dt="2026-01-20T21:48:47.804" v="611" actId="20577"/>
          <ac:spMkLst>
            <pc:docMk/>
            <pc:sldMk cId="1104001576" sldId="272"/>
            <ac:spMk id="2" creationId="{46C017AA-1B79-2A15-A0E5-DE45EF60836E}"/>
          </ac:spMkLst>
        </pc:spChg>
      </pc:sldChg>
      <pc:sldChg chg="modSp">
        <pc:chgData name="Federica Santi" userId="249034e57db1e5f0" providerId="Windows Live" clId="Web-{F3F611DE-61E3-4340-C7F1-A2D8D297E230}" dt="2026-01-20T21:48:10.678" v="601" actId="20577"/>
        <pc:sldMkLst>
          <pc:docMk/>
          <pc:sldMk cId="481037758" sldId="273"/>
        </pc:sldMkLst>
        <pc:spChg chg="mod">
          <ac:chgData name="Federica Santi" userId="249034e57db1e5f0" providerId="Windows Live" clId="Web-{F3F611DE-61E3-4340-C7F1-A2D8D297E230}" dt="2026-01-20T21:48:10.678" v="601" actId="20577"/>
          <ac:spMkLst>
            <pc:docMk/>
            <pc:sldMk cId="481037758" sldId="273"/>
            <ac:spMk id="2" creationId="{7E5BEB0F-9160-571E-2516-13978AE8E47B}"/>
          </ac:spMkLst>
        </pc:spChg>
      </pc:sldChg>
      <pc:sldChg chg="modSp">
        <pc:chgData name="Federica Santi" userId="249034e57db1e5f0" providerId="Windows Live" clId="Web-{F3F611DE-61E3-4340-C7F1-A2D8D297E230}" dt="2026-01-20T14:25:08.533" v="441" actId="1076"/>
        <pc:sldMkLst>
          <pc:docMk/>
          <pc:sldMk cId="895827201" sldId="274"/>
        </pc:sldMkLst>
        <pc:spChg chg="mod">
          <ac:chgData name="Federica Santi" userId="249034e57db1e5f0" providerId="Windows Live" clId="Web-{F3F611DE-61E3-4340-C7F1-A2D8D297E230}" dt="2026-01-20T14:24:37.141" v="430" actId="20577"/>
          <ac:spMkLst>
            <pc:docMk/>
            <pc:sldMk cId="895827201" sldId="274"/>
            <ac:spMk id="2" creationId="{C01F5162-85C6-397D-E246-5E137D33CBFB}"/>
          </ac:spMkLst>
        </pc:spChg>
        <pc:spChg chg="mod">
          <ac:chgData name="Federica Santi" userId="249034e57db1e5f0" providerId="Windows Live" clId="Web-{F3F611DE-61E3-4340-C7F1-A2D8D297E230}" dt="2026-01-20T14:25:08.533" v="441" actId="1076"/>
          <ac:spMkLst>
            <pc:docMk/>
            <pc:sldMk cId="895827201" sldId="274"/>
            <ac:spMk id="3" creationId="{5D6D0EAD-F0A9-DBBE-604A-9E82341BF11B}"/>
          </ac:spMkLst>
        </pc:spChg>
      </pc:sldChg>
      <pc:sldChg chg="modSp">
        <pc:chgData name="Federica Santi" userId="249034e57db1e5f0" providerId="Windows Live" clId="Web-{F3F611DE-61E3-4340-C7F1-A2D8D297E230}" dt="2026-01-20T14:52:38.257" v="541" actId="20577"/>
        <pc:sldMkLst>
          <pc:docMk/>
          <pc:sldMk cId="3285978620" sldId="275"/>
        </pc:sldMkLst>
        <pc:spChg chg="mod">
          <ac:chgData name="Federica Santi" userId="249034e57db1e5f0" providerId="Windows Live" clId="Web-{F3F611DE-61E3-4340-C7F1-A2D8D297E230}" dt="2026-01-20T14:35:25.844" v="523" actId="20577"/>
          <ac:spMkLst>
            <pc:docMk/>
            <pc:sldMk cId="3285978620" sldId="275"/>
            <ac:spMk id="2" creationId="{017C3E04-2DEF-5F11-7400-EEDB13248B0A}"/>
          </ac:spMkLst>
        </pc:spChg>
        <pc:spChg chg="mod">
          <ac:chgData name="Federica Santi" userId="249034e57db1e5f0" providerId="Windows Live" clId="Web-{F3F611DE-61E3-4340-C7F1-A2D8D297E230}" dt="2026-01-20T14:52:38.257" v="541" actId="20577"/>
          <ac:spMkLst>
            <pc:docMk/>
            <pc:sldMk cId="3285978620" sldId="275"/>
            <ac:spMk id="3" creationId="{5F7A73AD-AD0A-35BD-645B-1A783F28DCE7}"/>
          </ac:spMkLst>
        </pc:spChg>
      </pc:sldChg>
      <pc:sldChg chg="modSp del">
        <pc:chgData name="Federica Santi" userId="249034e57db1e5f0" providerId="Windows Live" clId="Web-{F3F611DE-61E3-4340-C7F1-A2D8D297E230}" dt="2026-01-20T08:13:59.316" v="254"/>
        <pc:sldMkLst>
          <pc:docMk/>
          <pc:sldMk cId="3664074422" sldId="276"/>
        </pc:sldMkLst>
        <pc:spChg chg="mod">
          <ac:chgData name="Federica Santi" userId="249034e57db1e5f0" providerId="Windows Live" clId="Web-{F3F611DE-61E3-4340-C7F1-A2D8D297E230}" dt="2026-01-20T08:03:16.118" v="3" actId="20577"/>
          <ac:spMkLst>
            <pc:docMk/>
            <pc:sldMk cId="3664074422" sldId="276"/>
            <ac:spMk id="4" creationId="{149F6100-CDC0-BE7B-456C-40F4D042D5BD}"/>
          </ac:spMkLst>
        </pc:spChg>
      </pc:sldChg>
      <pc:sldChg chg="addSp delSp modSp new ord modTransition addAnim delAnim">
        <pc:chgData name="Federica Santi" userId="249034e57db1e5f0" providerId="Windows Live" clId="Web-{F3F611DE-61E3-4340-C7F1-A2D8D297E230}" dt="2026-01-20T15:05:45.476" v="543"/>
        <pc:sldMkLst>
          <pc:docMk/>
          <pc:sldMk cId="518790693" sldId="278"/>
        </pc:sldMkLst>
        <pc:spChg chg="mod">
          <ac:chgData name="Federica Santi" userId="249034e57db1e5f0" providerId="Windows Live" clId="Web-{F3F611DE-61E3-4340-C7F1-A2D8D297E230}" dt="2026-01-20T08:04:12.198" v="19" actId="20577"/>
          <ac:spMkLst>
            <pc:docMk/>
            <pc:sldMk cId="518790693" sldId="278"/>
            <ac:spMk id="2" creationId="{ED08C4F8-6B0E-F355-1ABC-1A87D8DFA1E9}"/>
          </ac:spMkLst>
        </pc:spChg>
        <pc:spChg chg="mod">
          <ac:chgData name="Federica Santi" userId="249034e57db1e5f0" providerId="Windows Live" clId="Web-{F3F611DE-61E3-4340-C7F1-A2D8D297E230}" dt="2026-01-20T08:04:23.605" v="21" actId="20577"/>
          <ac:spMkLst>
            <pc:docMk/>
            <pc:sldMk cId="518790693" sldId="278"/>
            <ac:spMk id="3" creationId="{BD282706-39C0-A5B2-3555-FB9DD1820130}"/>
          </ac:spMkLst>
        </pc:spChg>
        <pc:spChg chg="mod">
          <ac:chgData name="Federica Santi" userId="249034e57db1e5f0" providerId="Windows Live" clId="Web-{F3F611DE-61E3-4340-C7F1-A2D8D297E230}" dt="2026-01-20T08:13:48.800" v="253" actId="20577"/>
          <ac:spMkLst>
            <pc:docMk/>
            <pc:sldMk cId="518790693" sldId="278"/>
            <ac:spMk id="4" creationId="{16580CAA-EB6E-F44D-9C54-05B9A726F61A}"/>
          </ac:spMkLst>
        </pc:spChg>
        <pc:spChg chg="mod">
          <ac:chgData name="Federica Santi" userId="249034e57db1e5f0" providerId="Windows Live" clId="Web-{F3F611DE-61E3-4340-C7F1-A2D8D297E230}" dt="2026-01-20T08:04:53.357" v="25" actId="20577"/>
          <ac:spMkLst>
            <pc:docMk/>
            <pc:sldMk cId="518790693" sldId="278"/>
            <ac:spMk id="5" creationId="{4B015378-2CB1-5BE5-4D02-70E96B9B2508}"/>
          </ac:spMkLst>
        </pc:spChg>
        <pc:spChg chg="mod">
          <ac:chgData name="Federica Santi" userId="249034e57db1e5f0" providerId="Windows Live" clId="Web-{F3F611DE-61E3-4340-C7F1-A2D8D297E230}" dt="2026-01-20T08:10:23.842" v="225" actId="20577"/>
          <ac:spMkLst>
            <pc:docMk/>
            <pc:sldMk cId="518790693" sldId="278"/>
            <ac:spMk id="6" creationId="{D0FAFFE3-9F0E-A098-305E-A56B560AF9FC}"/>
          </ac:spMkLst>
        </pc:spChg>
        <pc:spChg chg="add del">
          <ac:chgData name="Federica Santi" userId="249034e57db1e5f0" providerId="Windows Live" clId="Web-{F3F611DE-61E3-4340-C7F1-A2D8D297E230}" dt="2026-01-20T08:06:15.378" v="72"/>
          <ac:spMkLst>
            <pc:docMk/>
            <pc:sldMk cId="518790693" sldId="278"/>
            <ac:spMk id="7" creationId="{E8D60A19-5A0A-A231-3EB5-FF38CCE79C4D}"/>
          </ac:spMkLst>
        </pc:spChg>
        <pc:spChg chg="add mod">
          <ac:chgData name="Federica Santi" userId="249034e57db1e5f0" providerId="Windows Live" clId="Web-{F3F611DE-61E3-4340-C7F1-A2D8D297E230}" dt="2026-01-20T08:14:15.222" v="255" actId="1076"/>
          <ac:spMkLst>
            <pc:docMk/>
            <pc:sldMk cId="518790693" sldId="278"/>
            <ac:spMk id="8" creationId="{5D5B2D97-03C0-2F8D-283A-A7C55B5A0BBF}"/>
          </ac:spMkLst>
        </pc:spChg>
        <pc:spChg chg="add mod">
          <ac:chgData name="Federica Santi" userId="249034e57db1e5f0" providerId="Windows Live" clId="Web-{F3F611DE-61E3-4340-C7F1-A2D8D297E230}" dt="2026-01-20T08:13:35.222" v="250" actId="1076"/>
          <ac:spMkLst>
            <pc:docMk/>
            <pc:sldMk cId="518790693" sldId="278"/>
            <ac:spMk id="9" creationId="{57E7F434-2C09-8971-E584-03D5F7AF7285}"/>
          </ac:spMkLst>
        </pc:spChg>
        <pc:spChg chg="add del">
          <ac:chgData name="Federica Santi" userId="249034e57db1e5f0" providerId="Windows Live" clId="Web-{F3F611DE-61E3-4340-C7F1-A2D8D297E230}" dt="2026-01-20T08:11:24.500" v="243"/>
          <ac:spMkLst>
            <pc:docMk/>
            <pc:sldMk cId="518790693" sldId="278"/>
            <ac:spMk id="10" creationId="{5B1FD247-A19E-B8CA-E72C-AC8C228ACF92}"/>
          </ac:spMkLst>
        </pc:spChg>
      </pc:sldChg>
    </pc:docChg>
  </pc:docChgLst>
  <pc:docChgLst>
    <pc:chgData name="Guest User" providerId="Windows Live" clId="Web-{E2658C4C-BACF-78FC-EA93-50A90BDEF824}"/>
    <pc:docChg chg="addSld delSld modSld sldOrd">
      <pc:chgData name="Guest User" userId="" providerId="Windows Live" clId="Web-{E2658C4C-BACF-78FC-EA93-50A90BDEF824}" dt="2026-01-21T09:08:00.687" v="574" actId="14100"/>
      <pc:docMkLst>
        <pc:docMk/>
      </pc:docMkLst>
      <pc:sldChg chg="addSp delSp modSp mod setBg addAnim delAnim modAnim">
        <pc:chgData name="Guest User" userId="" providerId="Windows Live" clId="Web-{E2658C4C-BACF-78FC-EA93-50A90BDEF824}" dt="2026-01-19T15:36:37.855" v="173"/>
        <pc:sldMkLst>
          <pc:docMk/>
          <pc:sldMk cId="3962583941" sldId="256"/>
        </pc:sldMkLst>
        <pc:spChg chg="mod">
          <ac:chgData name="Guest User" userId="" providerId="Windows Live" clId="Web-{E2658C4C-BACF-78FC-EA93-50A90BDEF824}" dt="2026-01-19T15:35:48.416" v="169" actId="20577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Guest User" userId="" providerId="Windows Live" clId="Web-{E2658C4C-BACF-78FC-EA93-50A90BDEF824}" dt="2026-01-19T15:36:26.355" v="172" actId="14100"/>
          <ac:spMkLst>
            <pc:docMk/>
            <pc:sldMk cId="3962583941" sldId="256"/>
            <ac:spMk id="3" creationId="{00000000-0000-0000-0000-000000000000}"/>
          </ac:spMkLst>
        </pc:spChg>
        <pc:spChg chg="add del mod">
          <ac:chgData name="Guest User" userId="" providerId="Windows Live" clId="Web-{E2658C4C-BACF-78FC-EA93-50A90BDEF824}" dt="2026-01-19T15:34:58.585" v="164" actId="14100"/>
          <ac:spMkLst>
            <pc:docMk/>
            <pc:sldMk cId="3962583941" sldId="256"/>
            <ac:spMk id="6" creationId="{883C6901-D26E-CE95-7122-DD04B4E29A6A}"/>
          </ac:spMkLst>
        </pc:spChg>
      </pc:sldChg>
      <pc:sldChg chg="modSp addAnim modAnim">
        <pc:chgData name="Guest User" userId="" providerId="Windows Live" clId="Web-{E2658C4C-BACF-78FC-EA93-50A90BDEF824}" dt="2026-01-19T15:41:03.628" v="199" actId="20577"/>
        <pc:sldMkLst>
          <pc:docMk/>
          <pc:sldMk cId="1162810560" sldId="257"/>
        </pc:sldMkLst>
        <pc:spChg chg="mod">
          <ac:chgData name="Guest User" userId="" providerId="Windows Live" clId="Web-{E2658C4C-BACF-78FC-EA93-50A90BDEF824}" dt="2026-01-19T15:41:03.628" v="199" actId="20577"/>
          <ac:spMkLst>
            <pc:docMk/>
            <pc:sldMk cId="1162810560" sldId="257"/>
            <ac:spMk id="20" creationId="{1A3415B2-5955-728C-C189-C34D22254E7B}"/>
          </ac:spMkLst>
        </pc:spChg>
      </pc:sldChg>
      <pc:sldChg chg="modAnim">
        <pc:chgData name="Guest User" userId="" providerId="Windows Live" clId="Web-{E2658C4C-BACF-78FC-EA93-50A90BDEF824}" dt="2026-01-19T15:38:27.218" v="176"/>
        <pc:sldMkLst>
          <pc:docMk/>
          <pc:sldMk cId="3985436350" sldId="258"/>
        </pc:sldMkLst>
      </pc:sldChg>
      <pc:sldChg chg="addSp delSp modSp addAnim delAnim">
        <pc:chgData name="Guest User" userId="" providerId="Windows Live" clId="Web-{E2658C4C-BACF-78FC-EA93-50A90BDEF824}" dt="2026-01-19T17:14:11.932" v="562" actId="20577"/>
        <pc:sldMkLst>
          <pc:docMk/>
          <pc:sldMk cId="3639034323" sldId="259"/>
        </pc:sldMkLst>
        <pc:spChg chg="mod">
          <ac:chgData name="Guest User" userId="" providerId="Windows Live" clId="Web-{E2658C4C-BACF-78FC-EA93-50A90BDEF824}" dt="2026-01-19T17:14:11.932" v="562" actId="20577"/>
          <ac:spMkLst>
            <pc:docMk/>
            <pc:sldMk cId="3639034323" sldId="259"/>
            <ac:spMk id="6" creationId="{990B2C7F-4109-8A75-500D-BC368456C761}"/>
          </ac:spMkLst>
        </pc:spChg>
        <pc:picChg chg="mod">
          <ac:chgData name="Guest User" userId="" providerId="Windows Live" clId="Web-{E2658C4C-BACF-78FC-EA93-50A90BDEF824}" dt="2026-01-19T15:55:42" v="291" actId="1076"/>
          <ac:picMkLst>
            <pc:docMk/>
            <pc:sldMk cId="3639034323" sldId="259"/>
            <ac:picMk id="5" creationId="{5E7AB366-C384-778D-6FC4-CAE297002C68}"/>
          </ac:picMkLst>
        </pc:picChg>
      </pc:sldChg>
      <pc:sldChg chg="modSp">
        <pc:chgData name="Guest User" userId="" providerId="Windows Live" clId="Web-{E2658C4C-BACF-78FC-EA93-50A90BDEF824}" dt="2026-01-19T16:07:08.209" v="362" actId="20577"/>
        <pc:sldMkLst>
          <pc:docMk/>
          <pc:sldMk cId="2789425548" sldId="266"/>
        </pc:sldMkLst>
        <pc:spChg chg="mod">
          <ac:chgData name="Guest User" userId="" providerId="Windows Live" clId="Web-{E2658C4C-BACF-78FC-EA93-50A90BDEF824}" dt="2026-01-19T16:07:08.209" v="362" actId="20577"/>
          <ac:spMkLst>
            <pc:docMk/>
            <pc:sldMk cId="2789425548" sldId="266"/>
            <ac:spMk id="3" creationId="{05FCC5A2-3B98-B8AF-9572-D30FBD072763}"/>
          </ac:spMkLst>
        </pc:spChg>
      </pc:sldChg>
      <pc:sldChg chg="addAnim">
        <pc:chgData name="Guest User" userId="" providerId="Windows Live" clId="Web-{E2658C4C-BACF-78FC-EA93-50A90BDEF824}" dt="2026-01-19T15:37:19.481" v="175"/>
        <pc:sldMkLst>
          <pc:docMk/>
          <pc:sldMk cId="2662323047" sldId="268"/>
        </pc:sldMkLst>
      </pc:sldChg>
      <pc:sldChg chg="modAnim">
        <pc:chgData name="Guest User" userId="" providerId="Windows Live" clId="Web-{E2658C4C-BACF-78FC-EA93-50A90BDEF824}" dt="2026-01-20T14:26:19.231" v="571"/>
        <pc:sldMkLst>
          <pc:docMk/>
          <pc:sldMk cId="223438897" sldId="269"/>
        </pc:sldMkLst>
      </pc:sldChg>
      <pc:sldChg chg="modSp modAnim">
        <pc:chgData name="Guest User" userId="" providerId="Windows Live" clId="Web-{E2658C4C-BACF-78FC-EA93-50A90BDEF824}" dt="2026-01-21T09:08:00.687" v="574" actId="14100"/>
        <pc:sldMkLst>
          <pc:docMk/>
          <pc:sldMk cId="3670339445" sldId="270"/>
        </pc:sldMkLst>
        <pc:spChg chg="mod">
          <ac:chgData name="Guest User" userId="" providerId="Windows Live" clId="Web-{E2658C4C-BACF-78FC-EA93-50A90BDEF824}" dt="2026-01-21T09:08:00.687" v="574" actId="14100"/>
          <ac:spMkLst>
            <pc:docMk/>
            <pc:sldMk cId="3670339445" sldId="270"/>
            <ac:spMk id="3" creationId="{1637D0B7-5AA9-A935-FDEC-002BC989A192}"/>
          </ac:spMkLst>
        </pc:spChg>
      </pc:sldChg>
      <pc:sldChg chg="addSp delSp modSp">
        <pc:chgData name="Guest User" userId="" providerId="Windows Live" clId="Web-{E2658C4C-BACF-78FC-EA93-50A90BDEF824}" dt="2026-01-19T16:01:49.363" v="341" actId="14100"/>
        <pc:sldMkLst>
          <pc:docMk/>
          <pc:sldMk cId="1104001576" sldId="272"/>
        </pc:sldMkLst>
        <pc:spChg chg="mod">
          <ac:chgData name="Guest User" userId="" providerId="Windows Live" clId="Web-{E2658C4C-BACF-78FC-EA93-50A90BDEF824}" dt="2026-01-19T16:01:45.644" v="340" actId="14100"/>
          <ac:spMkLst>
            <pc:docMk/>
            <pc:sldMk cId="1104001576" sldId="272"/>
            <ac:spMk id="2" creationId="{46C017AA-1B79-2A15-A0E5-DE45EF60836E}"/>
          </ac:spMkLst>
        </pc:spChg>
        <pc:spChg chg="add mod">
          <ac:chgData name="Guest User" userId="" providerId="Windows Live" clId="Web-{E2658C4C-BACF-78FC-EA93-50A90BDEF824}" dt="2026-01-19T15:58:44.205" v="327" actId="1076"/>
          <ac:spMkLst>
            <pc:docMk/>
            <pc:sldMk cId="1104001576" sldId="272"/>
            <ac:spMk id="3" creationId="{AE70AE39-FEE4-6245-2BC9-23EFADB0EAA4}"/>
          </ac:spMkLst>
        </pc:spChg>
        <pc:spChg chg="add del">
          <ac:chgData name="Guest User" userId="" providerId="Windows Live" clId="Web-{E2658C4C-BACF-78FC-EA93-50A90BDEF824}" dt="2026-01-19T15:56:48.751" v="297"/>
          <ac:spMkLst>
            <pc:docMk/>
            <pc:sldMk cId="1104001576" sldId="272"/>
            <ac:spMk id="18" creationId="{7FEAE179-C525-48F3-AD47-0E9E2B6F2E2E}"/>
          </ac:spMkLst>
        </pc:spChg>
        <pc:picChg chg="mod">
          <ac:chgData name="Guest User" userId="" providerId="Windows Live" clId="Web-{E2658C4C-BACF-78FC-EA93-50A90BDEF824}" dt="2026-01-19T16:01:49.363" v="341" actId="14100"/>
          <ac:picMkLst>
            <pc:docMk/>
            <pc:sldMk cId="1104001576" sldId="272"/>
            <ac:picMk id="4" creationId="{B5BB781A-1306-C211-FD3B-DCF53311F580}"/>
          </ac:picMkLst>
        </pc:picChg>
      </pc:sldChg>
      <pc:sldChg chg="addSp delSp modSp addAnim">
        <pc:chgData name="Guest User" userId="" providerId="Windows Live" clId="Web-{E2658C4C-BACF-78FC-EA93-50A90BDEF824}" dt="2026-01-19T16:05:35.755" v="360" actId="14100"/>
        <pc:sldMkLst>
          <pc:docMk/>
          <pc:sldMk cId="481037758" sldId="273"/>
        </pc:sldMkLst>
        <pc:spChg chg="mod">
          <ac:chgData name="Guest User" userId="" providerId="Windows Live" clId="Web-{E2658C4C-BACF-78FC-EA93-50A90BDEF824}" dt="2026-01-19T16:05:35.755" v="360" actId="14100"/>
          <ac:spMkLst>
            <pc:docMk/>
            <pc:sldMk cId="481037758" sldId="273"/>
            <ac:spMk id="2" creationId="{7E5BEB0F-9160-571E-2516-13978AE8E47B}"/>
          </ac:spMkLst>
        </pc:spChg>
        <pc:spChg chg="add mod">
          <ac:chgData name="Guest User" userId="" providerId="Windows Live" clId="Web-{E2658C4C-BACF-78FC-EA93-50A90BDEF824}" dt="2026-01-19T16:00:04.627" v="333" actId="14100"/>
          <ac:spMkLst>
            <pc:docMk/>
            <pc:sldMk cId="481037758" sldId="273"/>
            <ac:spMk id="3" creationId="{F99364C9-5AC0-9090-8C2D-7B597FB0D046}"/>
          </ac:spMkLst>
        </pc:spChg>
        <pc:spChg chg="add">
          <ac:chgData name="Guest User" userId="" providerId="Windows Live" clId="Web-{E2658C4C-BACF-78FC-EA93-50A90BDEF824}" dt="2026-01-19T15:59:34.299" v="330"/>
          <ac:spMkLst>
            <pc:docMk/>
            <pc:sldMk cId="481037758" sldId="273"/>
            <ac:spMk id="19" creationId="{53F29798-D584-4792-9B62-3F5F5C36D619}"/>
          </ac:spMkLst>
        </pc:spChg>
        <pc:picChg chg="mod modCrop">
          <ac:chgData name="Guest User" userId="" providerId="Windows Live" clId="Web-{E2658C4C-BACF-78FC-EA93-50A90BDEF824}" dt="2026-01-19T15:59:34.299" v="330"/>
          <ac:picMkLst>
            <pc:docMk/>
            <pc:sldMk cId="481037758" sldId="273"/>
            <ac:picMk id="4" creationId="{1FCEAD01-A4E4-CCAE-EA54-477E58B225BB}"/>
          </ac:picMkLst>
        </pc:picChg>
      </pc:sldChg>
      <pc:sldChg chg="addSp modSp new mod setBg">
        <pc:chgData name="Guest User" userId="" providerId="Windows Live" clId="Web-{E2658C4C-BACF-78FC-EA93-50A90BDEF824}" dt="2026-01-19T16:10:50.901" v="511" actId="20577"/>
        <pc:sldMkLst>
          <pc:docMk/>
          <pc:sldMk cId="895827201" sldId="274"/>
        </pc:sldMkLst>
        <pc:spChg chg="mod">
          <ac:chgData name="Guest User" userId="" providerId="Windows Live" clId="Web-{E2658C4C-BACF-78FC-EA93-50A90BDEF824}" dt="2026-01-19T16:10:19.151" v="493" actId="20577"/>
          <ac:spMkLst>
            <pc:docMk/>
            <pc:sldMk cId="895827201" sldId="274"/>
            <ac:spMk id="2" creationId="{C01F5162-85C6-397D-E246-5E137D33CBFB}"/>
          </ac:spMkLst>
        </pc:spChg>
        <pc:spChg chg="mod">
          <ac:chgData name="Guest User" userId="" providerId="Windows Live" clId="Web-{E2658C4C-BACF-78FC-EA93-50A90BDEF824}" dt="2026-01-19T16:10:50.901" v="511" actId="20577"/>
          <ac:spMkLst>
            <pc:docMk/>
            <pc:sldMk cId="895827201" sldId="274"/>
            <ac:spMk id="3" creationId="{5D6D0EAD-F0A9-DBBE-604A-9E82341BF11B}"/>
          </ac:spMkLst>
        </pc:spChg>
        <pc:spChg chg="add">
          <ac:chgData name="Guest User" userId="" providerId="Windows Live" clId="Web-{E2658C4C-BACF-78FC-EA93-50A90BDEF824}" dt="2026-01-19T16:07:29.944" v="364"/>
          <ac:spMkLst>
            <pc:docMk/>
            <pc:sldMk cId="895827201" sldId="274"/>
            <ac:spMk id="8" creationId="{B6CDA21F-E7AF-4C75-8395-33F58D5B0E45}"/>
          </ac:spMkLst>
        </pc:spChg>
        <pc:spChg chg="add">
          <ac:chgData name="Guest User" userId="" providerId="Windows Live" clId="Web-{E2658C4C-BACF-78FC-EA93-50A90BDEF824}" dt="2026-01-19T16:07:29.944" v="364"/>
          <ac:spMkLst>
            <pc:docMk/>
            <pc:sldMk cId="895827201" sldId="274"/>
            <ac:spMk id="15" creationId="{D5B0017B-2ECA-49AF-B397-DC140825DF8D}"/>
          </ac:spMkLst>
        </pc:spChg>
        <pc:grpChg chg="add">
          <ac:chgData name="Guest User" userId="" providerId="Windows Live" clId="Web-{E2658C4C-BACF-78FC-EA93-50A90BDEF824}" dt="2026-01-19T16:07:29.944" v="364"/>
          <ac:grpSpMkLst>
            <pc:docMk/>
            <pc:sldMk cId="895827201" sldId="274"/>
            <ac:grpSpMk id="10" creationId="{AE1C45F0-260A-458C-96ED-C1F6D2151219}"/>
          </ac:grpSpMkLst>
        </pc:grpChg>
        <pc:cxnChg chg="add">
          <ac:chgData name="Guest User" userId="" providerId="Windows Live" clId="Web-{E2658C4C-BACF-78FC-EA93-50A90BDEF824}" dt="2026-01-19T16:07:29.944" v="364"/>
          <ac:cxnSpMkLst>
            <pc:docMk/>
            <pc:sldMk cId="895827201" sldId="274"/>
            <ac:cxnSpMk id="17" creationId="{6CF1BAF6-AD41-4082-B212-8A1F9A2E8779}"/>
          </ac:cxnSpMkLst>
        </pc:cxnChg>
      </pc:sldChg>
      <pc:sldChg chg="new">
        <pc:chgData name="Guest User" userId="" providerId="Windows Live" clId="Web-{E2658C4C-BACF-78FC-EA93-50A90BDEF824}" dt="2026-01-20T07:54:21.199" v="569"/>
        <pc:sldMkLst>
          <pc:docMk/>
          <pc:sldMk cId="45689752" sldId="277"/>
        </pc:sldMkLst>
      </pc:sldChg>
      <pc:sldChg chg="ord">
        <pc:chgData name="Guest User" userId="" providerId="Windows Live" clId="Web-{E2658C4C-BACF-78FC-EA93-50A90BDEF824}" dt="2026-01-21T09:08:00.531" v="573"/>
        <pc:sldMkLst>
          <pc:docMk/>
          <pc:sldMk cId="518790693" sldId="278"/>
        </pc:sldMkLst>
      </pc:sldChg>
    </pc:docChg>
  </pc:docChgLst>
  <pc:docChgLst>
    <pc:chgData name="Guest User" providerId="Windows Live" clId="Web-{9114DB87-3047-C698-DAC7-26378239D4C2}"/>
    <pc:docChg chg="modSld sldOrd">
      <pc:chgData name="Guest User" userId="" providerId="Windows Live" clId="Web-{9114DB87-3047-C698-DAC7-26378239D4C2}" dt="2026-01-15T15:05:04.719" v="106"/>
      <pc:docMkLst>
        <pc:docMk/>
      </pc:docMkLst>
      <pc:sldChg chg="addSp delSp modSp">
        <pc:chgData name="Guest User" userId="" providerId="Windows Live" clId="Web-{9114DB87-3047-C698-DAC7-26378239D4C2}" dt="2026-01-15T14:16:45.548" v="1"/>
        <pc:sldMkLst>
          <pc:docMk/>
          <pc:sldMk cId="3962583941" sldId="256"/>
        </pc:sldMkLst>
      </pc:sldChg>
      <pc:sldChg chg="addSp delSp modSp">
        <pc:chgData name="Guest User" userId="" providerId="Windows Live" clId="Web-{9114DB87-3047-C698-DAC7-26378239D4C2}" dt="2026-01-15T14:58:08.521" v="89"/>
        <pc:sldMkLst>
          <pc:docMk/>
          <pc:sldMk cId="1162810560" sldId="257"/>
        </pc:sldMkLst>
        <pc:spChg chg="mod">
          <ac:chgData name="Guest User" userId="" providerId="Windows Live" clId="Web-{9114DB87-3047-C698-DAC7-26378239D4C2}" dt="2026-01-15T14:58:08.521" v="89"/>
          <ac:spMkLst>
            <pc:docMk/>
            <pc:sldMk cId="1162810560" sldId="257"/>
            <ac:spMk id="2" creationId="{A8006616-ABD6-0463-E365-EE2E8573DA33}"/>
          </ac:spMkLst>
        </pc:spChg>
        <pc:spChg chg="add del">
          <ac:chgData name="Guest User" userId="" providerId="Windows Live" clId="Web-{9114DB87-3047-C698-DAC7-26378239D4C2}" dt="2026-01-15T14:58:08.521" v="89"/>
          <ac:spMkLst>
            <pc:docMk/>
            <pc:sldMk cId="1162810560" sldId="257"/>
            <ac:spMk id="9" creationId="{1BB867FF-FC45-48F7-8104-F89BE54909F1}"/>
          </ac:spMkLst>
        </pc:spChg>
        <pc:spChg chg="add del">
          <ac:chgData name="Guest User" userId="" providerId="Windows Live" clId="Web-{9114DB87-3047-C698-DAC7-26378239D4C2}" dt="2026-01-15T14:58:08.521" v="89"/>
          <ac:spMkLst>
            <pc:docMk/>
            <pc:sldMk cId="1162810560" sldId="257"/>
            <ac:spMk id="11" creationId="{8BB56887-D0D5-4F0C-9E19-7247EB83C8B7}"/>
          </ac:spMkLst>
        </pc:spChg>
        <pc:spChg chg="add del">
          <ac:chgData name="Guest User" userId="" providerId="Windows Live" clId="Web-{9114DB87-3047-C698-DAC7-26378239D4C2}" dt="2026-01-15T14:57:59.927" v="87"/>
          <ac:spMkLst>
            <pc:docMk/>
            <pc:sldMk cId="1162810560" sldId="257"/>
            <ac:spMk id="13" creationId="{081E4A58-353D-44AE-B2FC-2A74E2E400F7}"/>
          </ac:spMkLst>
        </pc:spChg>
        <pc:spChg chg="add del mod">
          <ac:chgData name="Guest User" userId="" providerId="Windows Live" clId="Web-{9114DB87-3047-C698-DAC7-26378239D4C2}" dt="2026-01-15T14:58:08.521" v="89"/>
          <ac:spMkLst>
            <pc:docMk/>
            <pc:sldMk cId="1162810560" sldId="257"/>
            <ac:spMk id="20" creationId="{1A3415B2-5955-728C-C189-C34D22254E7B}"/>
          </ac:spMkLst>
        </pc:spChg>
      </pc:sldChg>
      <pc:sldChg chg="addSp delSp modSp modNotes">
        <pc:chgData name="Guest User" userId="" providerId="Windows Live" clId="Web-{9114DB87-3047-C698-DAC7-26378239D4C2}" dt="2026-01-15T14:50:47.326" v="73"/>
        <pc:sldMkLst>
          <pc:docMk/>
          <pc:sldMk cId="3985436350" sldId="258"/>
        </pc:sldMkLst>
        <pc:spChg chg="mod">
          <ac:chgData name="Guest User" userId="" providerId="Windows Live" clId="Web-{9114DB87-3047-C698-DAC7-26378239D4C2}" dt="2026-01-15T14:48:57.044" v="58" actId="20577"/>
          <ac:spMkLst>
            <pc:docMk/>
            <pc:sldMk cId="3985436350" sldId="258"/>
            <ac:spMk id="2" creationId="{2DEE84C5-41F7-D872-1152-13191A42A388}"/>
          </ac:spMkLst>
        </pc:spChg>
        <pc:spChg chg="mod ord">
          <ac:chgData name="Guest User" userId="" providerId="Windows Live" clId="Web-{9114DB87-3047-C698-DAC7-26378239D4C2}" dt="2026-01-15T14:50:14.045" v="71" actId="14100"/>
          <ac:spMkLst>
            <pc:docMk/>
            <pc:sldMk cId="3985436350" sldId="258"/>
            <ac:spMk id="3" creationId="{9BB5E9CD-31E9-1F87-8285-6EA9AAFB57E9}"/>
          </ac:spMkLst>
        </pc:spChg>
      </pc:sldChg>
      <pc:sldChg chg="addSp delSp modSp mod setBg">
        <pc:chgData name="Guest User" userId="" providerId="Windows Live" clId="Web-{9114DB87-3047-C698-DAC7-26378239D4C2}" dt="2026-01-15T14:29:08.244" v="49" actId="20577"/>
        <pc:sldMkLst>
          <pc:docMk/>
          <pc:sldMk cId="3639034323" sldId="259"/>
        </pc:sldMkLst>
        <pc:spChg chg="mod">
          <ac:chgData name="Guest User" userId="" providerId="Windows Live" clId="Web-{9114DB87-3047-C698-DAC7-26378239D4C2}" dt="2026-01-15T14:29:08.244" v="49" actId="20577"/>
          <ac:spMkLst>
            <pc:docMk/>
            <pc:sldMk cId="3639034323" sldId="259"/>
            <ac:spMk id="2" creationId="{70610837-563E-4D84-6BC4-D9E65FF56FA6}"/>
          </ac:spMkLst>
        </pc:spChg>
        <pc:spChg chg="add">
          <ac:chgData name="Guest User" userId="" providerId="Windows Live" clId="Web-{9114DB87-3047-C698-DAC7-26378239D4C2}" dt="2026-01-15T14:26:13.202" v="22"/>
          <ac:spMkLst>
            <pc:docMk/>
            <pc:sldMk cId="3639034323" sldId="259"/>
            <ac:spMk id="32" creationId="{B6CDA21F-E7AF-4C75-8395-33F58D5B0E45}"/>
          </ac:spMkLst>
        </pc:spChg>
        <pc:grpChg chg="add">
          <ac:chgData name="Guest User" userId="" providerId="Windows Live" clId="Web-{9114DB87-3047-C698-DAC7-26378239D4C2}" dt="2026-01-15T14:26:13.202" v="22"/>
          <ac:grpSpMkLst>
            <pc:docMk/>
            <pc:sldMk cId="3639034323" sldId="259"/>
            <ac:grpSpMk id="34" creationId="{AE1C45F0-260A-458C-96ED-C1F6D2151219}"/>
          </ac:grpSpMkLst>
        </pc:grpChg>
        <pc:cxnChg chg="add">
          <ac:chgData name="Guest User" userId="" providerId="Windows Live" clId="Web-{9114DB87-3047-C698-DAC7-26378239D4C2}" dt="2026-01-15T14:26:13.202" v="22"/>
          <ac:cxnSpMkLst>
            <pc:docMk/>
            <pc:sldMk cId="3639034323" sldId="259"/>
            <ac:cxnSpMk id="41" creationId="{6CF1BAF6-AD41-4082-B212-8A1F9A2E8779}"/>
          </ac:cxnSpMkLst>
        </pc:cxnChg>
      </pc:sldChg>
      <pc:sldChg chg="addSp delSp modSp mod setBg">
        <pc:chgData name="Guest User" userId="" providerId="Windows Live" clId="Web-{9114DB87-3047-C698-DAC7-26378239D4C2}" dt="2026-01-15T15:05:04.719" v="106"/>
        <pc:sldMkLst>
          <pc:docMk/>
          <pc:sldMk cId="256182346" sldId="261"/>
        </pc:sldMkLst>
        <pc:spChg chg="mod">
          <ac:chgData name="Guest User" userId="" providerId="Windows Live" clId="Web-{9114DB87-3047-C698-DAC7-26378239D4C2}" dt="2026-01-15T15:05:04.719" v="106"/>
          <ac:spMkLst>
            <pc:docMk/>
            <pc:sldMk cId="256182346" sldId="261"/>
            <ac:spMk id="2" creationId="{F81770E9-D175-7435-3DC0-7B6A0FFDF891}"/>
          </ac:spMkLst>
        </pc:spChg>
      </pc:sldChg>
    </pc:docChg>
  </pc:docChgLst>
  <pc:docChgLst>
    <pc:chgData name="Guest User" providerId="Windows Live" clId="Web-{8559DACC-4ACC-3A4A-C39E-964E757BB307}"/>
    <pc:docChg chg="addSld modSld">
      <pc:chgData name="Guest User" userId="" providerId="Windows Live" clId="Web-{8559DACC-4ACC-3A4A-C39E-964E757BB307}" dt="2026-01-15T13:09:19.762" v="342"/>
      <pc:docMkLst>
        <pc:docMk/>
      </pc:docMkLst>
      <pc:sldChg chg="addSp delSp modSp">
        <pc:chgData name="Guest User" userId="" providerId="Windows Live" clId="Web-{8559DACC-4ACC-3A4A-C39E-964E757BB307}" dt="2026-01-15T13:09:19.762" v="342"/>
        <pc:sldMkLst>
          <pc:docMk/>
          <pc:sldMk cId="3962583941" sldId="256"/>
        </pc:sldMkLst>
        <pc:spChg chg="mod">
          <ac:chgData name="Guest User" userId="" providerId="Windows Live" clId="Web-{8559DACC-4ACC-3A4A-C39E-964E757BB307}" dt="2026-01-15T10:36:20.667" v="31" actId="20577"/>
          <ac:spMkLst>
            <pc:docMk/>
            <pc:sldMk cId="3962583941" sldId="256"/>
            <ac:spMk id="2" creationId="{00000000-0000-0000-0000-000000000000}"/>
          </ac:spMkLst>
        </pc:spChg>
      </pc:sldChg>
      <pc:sldChg chg="addSp delSp modSp mod setBg">
        <pc:chgData name="Guest User" userId="" providerId="Windows Live" clId="Web-{8559DACC-4ACC-3A4A-C39E-964E757BB307}" dt="2026-01-15T13:07:18.548" v="341" actId="20577"/>
        <pc:sldMkLst>
          <pc:docMk/>
          <pc:sldMk cId="1162810560" sldId="257"/>
        </pc:sldMkLst>
        <pc:spChg chg="mod">
          <ac:chgData name="Guest User" userId="" providerId="Windows Live" clId="Web-{8559DACC-4ACC-3A4A-C39E-964E757BB307}" dt="2026-01-15T13:06:32.105" v="339" actId="14100"/>
          <ac:spMkLst>
            <pc:docMk/>
            <pc:sldMk cId="1162810560" sldId="257"/>
            <ac:spMk id="2" creationId="{A8006616-ABD6-0463-E365-EE2E8573DA33}"/>
          </ac:spMkLst>
        </pc:spChg>
        <pc:spChg chg="add">
          <ac:chgData name="Guest User" userId="" providerId="Windows Live" clId="Web-{8559DACC-4ACC-3A4A-C39E-964E757BB307}" dt="2026-01-15T13:03:58.799" v="316"/>
          <ac:spMkLst>
            <pc:docMk/>
            <pc:sldMk cId="1162810560" sldId="257"/>
            <ac:spMk id="9" creationId="{1BB867FF-FC45-48F7-8104-F89BE54909F1}"/>
          </ac:spMkLst>
        </pc:spChg>
        <pc:spChg chg="add">
          <ac:chgData name="Guest User" userId="" providerId="Windows Live" clId="Web-{8559DACC-4ACC-3A4A-C39E-964E757BB307}" dt="2026-01-15T13:03:58.799" v="316"/>
          <ac:spMkLst>
            <pc:docMk/>
            <pc:sldMk cId="1162810560" sldId="257"/>
            <ac:spMk id="11" creationId="{8BB56887-D0D5-4F0C-9E19-7247EB83C8B7}"/>
          </ac:spMkLst>
        </pc:spChg>
        <pc:spChg chg="add">
          <ac:chgData name="Guest User" userId="" providerId="Windows Live" clId="Web-{8559DACC-4ACC-3A4A-C39E-964E757BB307}" dt="2026-01-15T13:03:58.799" v="316"/>
          <ac:spMkLst>
            <pc:docMk/>
            <pc:sldMk cId="1162810560" sldId="257"/>
            <ac:spMk id="13" creationId="{081E4A58-353D-44AE-B2FC-2A74E2E400F7}"/>
          </ac:spMkLst>
        </pc:spChg>
        <pc:spChg chg="add mod">
          <ac:chgData name="Guest User" userId="" providerId="Windows Live" clId="Web-{8559DACC-4ACC-3A4A-C39E-964E757BB307}" dt="2026-01-15T13:07:18.548" v="341" actId="20577"/>
          <ac:spMkLst>
            <pc:docMk/>
            <pc:sldMk cId="1162810560" sldId="257"/>
            <ac:spMk id="20" creationId="{1A3415B2-5955-728C-C189-C34D22254E7B}"/>
          </ac:spMkLst>
        </pc:spChg>
      </pc:sldChg>
      <pc:sldChg chg="addSp delSp modSp mod setBg">
        <pc:chgData name="Guest User" userId="" providerId="Windows Live" clId="Web-{8559DACC-4ACC-3A4A-C39E-964E757BB307}" dt="2026-01-15T13:05:15.188" v="319" actId="20577"/>
        <pc:sldMkLst>
          <pc:docMk/>
          <pc:sldMk cId="3985436350" sldId="258"/>
        </pc:sldMkLst>
        <pc:spChg chg="mod">
          <ac:chgData name="Guest User" userId="" providerId="Windows Live" clId="Web-{8559DACC-4ACC-3A4A-C39E-964E757BB307}" dt="2026-01-15T13:03:42.295" v="313"/>
          <ac:spMkLst>
            <pc:docMk/>
            <pc:sldMk cId="3985436350" sldId="258"/>
            <ac:spMk id="2" creationId="{2DEE84C5-41F7-D872-1152-13191A42A388}"/>
          </ac:spMkLst>
        </pc:spChg>
        <pc:spChg chg="mod ord">
          <ac:chgData name="Guest User" userId="" providerId="Windows Live" clId="Web-{8559DACC-4ACC-3A4A-C39E-964E757BB307}" dt="2026-01-15T13:05:15.188" v="319" actId="20577"/>
          <ac:spMkLst>
            <pc:docMk/>
            <pc:sldMk cId="3985436350" sldId="258"/>
            <ac:spMk id="3" creationId="{9BB5E9CD-31E9-1F87-8285-6EA9AAFB57E9}"/>
          </ac:spMkLst>
        </pc:spChg>
      </pc:sldChg>
      <pc:sldChg chg="modSp">
        <pc:chgData name="Guest User" userId="" providerId="Windows Live" clId="Web-{8559DACC-4ACC-3A4A-C39E-964E757BB307}" dt="2026-01-15T12:55:33.935" v="276" actId="20577"/>
        <pc:sldMkLst>
          <pc:docMk/>
          <pc:sldMk cId="3639034323" sldId="259"/>
        </pc:sldMkLst>
      </pc:sldChg>
    </pc:docChg>
  </pc:docChgLst>
  <pc:docChgLst>
    <pc:chgData name="Guest User" providerId="Windows Live" clId="Web-{86803292-813F-83F9-E490-0AC70A4F95C0}"/>
    <pc:docChg chg="modSld">
      <pc:chgData name="Guest User" userId="" providerId="Windows Live" clId="Web-{86803292-813F-83F9-E490-0AC70A4F95C0}" dt="2026-01-19T09:17:12.350" v="1" actId="20577"/>
      <pc:docMkLst>
        <pc:docMk/>
      </pc:docMkLst>
    </pc:docChg>
  </pc:docChgLst>
  <pc:docChgLst>
    <pc:chgData name="Guest User" providerId="Windows Live" clId="Web-{5974811D-E6CC-462D-6307-8A1B91D3E65C}"/>
    <pc:docChg chg="modSld">
      <pc:chgData name="Guest User" userId="" providerId="Windows Live" clId="Web-{5974811D-E6CC-462D-6307-8A1B91D3E65C}" dt="2026-01-15T14:06:06.937" v="10" actId="20577"/>
      <pc:docMkLst>
        <pc:docMk/>
      </pc:docMkLst>
      <pc:sldChg chg="modSp">
        <pc:chgData name="Guest User" userId="" providerId="Windows Live" clId="Web-{5974811D-E6CC-462D-6307-8A1B91D3E65C}" dt="2026-01-15T14:06:06.937" v="10" actId="20577"/>
        <pc:sldMkLst>
          <pc:docMk/>
          <pc:sldMk cId="3962583941" sldId="256"/>
        </pc:sldMkLst>
        <pc:spChg chg="mod">
          <ac:chgData name="Guest User" userId="" providerId="Windows Live" clId="Web-{5974811D-E6CC-462D-6307-8A1B91D3E65C}" dt="2026-01-15T14:06:06.937" v="10" actId="20577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Guest User" userId="" providerId="Windows Live" clId="Web-{5974811D-E6CC-462D-6307-8A1B91D3E65C}" dt="2026-01-15T14:05:57.686" v="9" actId="20577"/>
          <ac:spMkLst>
            <pc:docMk/>
            <pc:sldMk cId="3962583941" sldId="256"/>
            <ac:spMk id="3" creationId="{00000000-0000-0000-0000-000000000000}"/>
          </ac:spMkLst>
        </pc:spChg>
      </pc:sldChg>
      <pc:sldChg chg="modSp">
        <pc:chgData name="Guest User" userId="" providerId="Windows Live" clId="Web-{5974811D-E6CC-462D-6307-8A1B91D3E65C}" dt="2026-01-15T14:03:53.372" v="4" actId="20577"/>
        <pc:sldMkLst>
          <pc:docMk/>
          <pc:sldMk cId="256182346" sldId="261"/>
        </pc:sldMkLst>
      </pc:sldChg>
    </pc:docChg>
  </pc:docChgLst>
  <pc:docChgLst>
    <pc:chgData name="Federica Santi" userId="249034e57db1e5f0" providerId="Windows Live" clId="Web-{38B01D5D-E717-143F-B803-FAA8F4F233C0}"/>
    <pc:docChg chg="modSld">
      <pc:chgData name="Federica Santi" userId="249034e57db1e5f0" providerId="Windows Live" clId="Web-{38B01D5D-E717-143F-B803-FAA8F4F233C0}" dt="2026-01-20T22:01:03.461" v="7"/>
      <pc:docMkLst>
        <pc:docMk/>
      </pc:docMkLst>
      <pc:sldChg chg="addAnim delAnim">
        <pc:chgData name="Federica Santi" userId="249034e57db1e5f0" providerId="Windows Live" clId="Web-{38B01D5D-E717-143F-B803-FAA8F4F233C0}" dt="2026-01-20T22:00:46.367" v="5"/>
        <pc:sldMkLst>
          <pc:docMk/>
          <pc:sldMk cId="2789425548" sldId="266"/>
        </pc:sldMkLst>
      </pc:sldChg>
      <pc:sldChg chg="addAnim delAnim">
        <pc:chgData name="Federica Santi" userId="249034e57db1e5f0" providerId="Windows Live" clId="Web-{38B01D5D-E717-143F-B803-FAA8F4F233C0}" dt="2026-01-20T21:59:16.523" v="2"/>
        <pc:sldMkLst>
          <pc:docMk/>
          <pc:sldMk cId="481037758" sldId="273"/>
        </pc:sldMkLst>
      </pc:sldChg>
      <pc:sldChg chg="addAnim">
        <pc:chgData name="Federica Santi" userId="249034e57db1e5f0" providerId="Windows Live" clId="Web-{38B01D5D-E717-143F-B803-FAA8F4F233C0}" dt="2026-01-20T22:01:03.461" v="7"/>
        <pc:sldMkLst>
          <pc:docMk/>
          <pc:sldMk cId="3285978620" sldId="275"/>
        </pc:sldMkLst>
      </pc:sldChg>
    </pc:docChg>
  </pc:docChgLst>
  <pc:docChgLst>
    <pc:chgData name="Guest User" providerId="Windows Live" clId="Web-{D0DC9D44-EC2D-97E8-AF91-9C7B47C39BEA}"/>
    <pc:docChg chg="modSld">
      <pc:chgData name="Guest User" userId="" providerId="Windows Live" clId="Web-{D0DC9D44-EC2D-97E8-AF91-9C7B47C39BEA}" dt="2026-01-16T10:45:00.355" v="7"/>
      <pc:docMkLst>
        <pc:docMk/>
      </pc:docMkLst>
      <pc:sldChg chg="addSp modSp mod setBg">
        <pc:chgData name="Guest User" userId="" providerId="Windows Live" clId="Web-{D0DC9D44-EC2D-97E8-AF91-9C7B47C39BEA}" dt="2026-01-16T10:44:48.323" v="6"/>
        <pc:sldMkLst>
          <pc:docMk/>
          <pc:sldMk cId="2789425548" sldId="266"/>
        </pc:sldMkLst>
        <pc:spChg chg="mod">
          <ac:chgData name="Guest User" userId="" providerId="Windows Live" clId="Web-{D0DC9D44-EC2D-97E8-AF91-9C7B47C39BEA}" dt="2026-01-16T10:44:48.323" v="6"/>
          <ac:spMkLst>
            <pc:docMk/>
            <pc:sldMk cId="2789425548" sldId="266"/>
            <ac:spMk id="2" creationId="{FA347367-2A9D-EF63-E588-CE16F2E80A04}"/>
          </ac:spMkLst>
        </pc:spChg>
        <pc:spChg chg="mod">
          <ac:chgData name="Guest User" userId="" providerId="Windows Live" clId="Web-{D0DC9D44-EC2D-97E8-AF91-9C7B47C39BEA}" dt="2026-01-16T10:44:48.323" v="6"/>
          <ac:spMkLst>
            <pc:docMk/>
            <pc:sldMk cId="2789425548" sldId="266"/>
            <ac:spMk id="3" creationId="{05FCC5A2-3B98-B8AF-9572-D30FBD072763}"/>
          </ac:spMkLst>
        </pc:spChg>
        <pc:spChg chg="add">
          <ac:chgData name="Guest User" userId="" providerId="Windows Live" clId="Web-{D0DC9D44-EC2D-97E8-AF91-9C7B47C39BEA}" dt="2026-01-16T10:44:48.323" v="6"/>
          <ac:spMkLst>
            <pc:docMk/>
            <pc:sldMk cId="2789425548" sldId="266"/>
            <ac:spMk id="8" creationId="{B6CDA21F-E7AF-4C75-8395-33F58D5B0E45}"/>
          </ac:spMkLst>
        </pc:spChg>
        <pc:spChg chg="add">
          <ac:chgData name="Guest User" userId="" providerId="Windows Live" clId="Web-{D0DC9D44-EC2D-97E8-AF91-9C7B47C39BEA}" dt="2026-01-16T10:44:48.323" v="6"/>
          <ac:spMkLst>
            <pc:docMk/>
            <pc:sldMk cId="2789425548" sldId="266"/>
            <ac:spMk id="15" creationId="{D5B0017B-2ECA-49AF-B397-DC140825DF8D}"/>
          </ac:spMkLst>
        </pc:spChg>
        <pc:grpChg chg="add">
          <ac:chgData name="Guest User" userId="" providerId="Windows Live" clId="Web-{D0DC9D44-EC2D-97E8-AF91-9C7B47C39BEA}" dt="2026-01-16T10:44:48.323" v="6"/>
          <ac:grpSpMkLst>
            <pc:docMk/>
            <pc:sldMk cId="2789425548" sldId="266"/>
            <ac:grpSpMk id="10" creationId="{AE1C45F0-260A-458C-96ED-C1F6D2151219}"/>
          </ac:grpSpMkLst>
        </pc:grpChg>
        <pc:cxnChg chg="add">
          <ac:chgData name="Guest User" userId="" providerId="Windows Live" clId="Web-{D0DC9D44-EC2D-97E8-AF91-9C7B47C39BEA}" dt="2026-01-16T10:44:48.323" v="6"/>
          <ac:cxnSpMkLst>
            <pc:docMk/>
            <pc:sldMk cId="2789425548" sldId="266"/>
            <ac:cxnSpMk id="17" creationId="{6CF1BAF6-AD41-4082-B212-8A1F9A2E8779}"/>
          </ac:cxnSpMkLst>
        </pc:cxnChg>
      </pc:sldChg>
    </pc:docChg>
  </pc:docChgLst>
  <pc:docChgLst>
    <pc:chgData name="Guest User" providerId="Windows Live" clId="Web-{99D241FE-E2C9-4F39-9AB5-640ACA79108A}"/>
    <pc:docChg chg="addSld delSld modSld">
      <pc:chgData name="Guest User" userId="" providerId="Windows Live" clId="Web-{99D241FE-E2C9-4F39-9AB5-640ACA79108A}" dt="2026-01-16T07:42:01.579" v="32"/>
      <pc:docMkLst>
        <pc:docMk/>
      </pc:docMkLst>
    </pc:docChg>
  </pc:docChgLst>
  <pc:docChgLst>
    <pc:chgData name="Federica Santi" userId="249034e57db1e5f0" providerId="Windows Live" clId="Web-{24412331-4FED-AB2E-6C54-17162AE3798E}"/>
    <pc:docChg chg="modSld">
      <pc:chgData name="Federica Santi" userId="249034e57db1e5f0" providerId="Windows Live" clId="Web-{24412331-4FED-AB2E-6C54-17162AE3798E}" dt="2026-01-21T08:57:24.855" v="58" actId="20577"/>
      <pc:docMkLst>
        <pc:docMk/>
      </pc:docMkLst>
      <pc:sldChg chg="modSp addAnim">
        <pc:chgData name="Federica Santi" userId="249034e57db1e5f0" providerId="Windows Live" clId="Web-{24412331-4FED-AB2E-6C54-17162AE3798E}" dt="2026-01-20T22:08:24.641" v="32"/>
        <pc:sldMkLst>
          <pc:docMk/>
          <pc:sldMk cId="256182346" sldId="261"/>
        </pc:sldMkLst>
        <pc:spChg chg="mod">
          <ac:chgData name="Federica Santi" userId="249034e57db1e5f0" providerId="Windows Live" clId="Web-{24412331-4FED-AB2E-6C54-17162AE3798E}" dt="2026-01-20T22:07:42.468" v="27" actId="20577"/>
          <ac:spMkLst>
            <pc:docMk/>
            <pc:sldMk cId="256182346" sldId="261"/>
            <ac:spMk id="2" creationId="{F81770E9-D175-7435-3DC0-7B6A0FFDF891}"/>
          </ac:spMkLst>
        </pc:spChg>
        <pc:spChg chg="mod">
          <ac:chgData name="Federica Santi" userId="249034e57db1e5f0" providerId="Windows Live" clId="Web-{24412331-4FED-AB2E-6C54-17162AE3798E}" dt="2026-01-20T22:07:48.281" v="28" actId="20577"/>
          <ac:spMkLst>
            <pc:docMk/>
            <pc:sldMk cId="256182346" sldId="261"/>
            <ac:spMk id="3" creationId="{AB464FB2-C877-54CF-5306-C4071B1666F0}"/>
          </ac:spMkLst>
        </pc:spChg>
      </pc:sldChg>
      <pc:sldChg chg="modSp">
        <pc:chgData name="Federica Santi" userId="249034e57db1e5f0" providerId="Windows Live" clId="Web-{24412331-4FED-AB2E-6C54-17162AE3798E}" dt="2026-01-21T08:57:24.855" v="58" actId="20577"/>
        <pc:sldMkLst>
          <pc:docMk/>
          <pc:sldMk cId="223438897" sldId="269"/>
        </pc:sldMkLst>
        <pc:spChg chg="mod">
          <ac:chgData name="Federica Santi" userId="249034e57db1e5f0" providerId="Windows Live" clId="Web-{24412331-4FED-AB2E-6C54-17162AE3798E}" dt="2026-01-21T08:57:24.855" v="58" actId="20577"/>
          <ac:spMkLst>
            <pc:docMk/>
            <pc:sldMk cId="223438897" sldId="269"/>
            <ac:spMk id="3" creationId="{15B15D3A-0F9C-DF89-F539-676310267261}"/>
          </ac:spMkLst>
        </pc:spChg>
      </pc:sldChg>
      <pc:sldChg chg="addAnim">
        <pc:chgData name="Federica Santi" userId="249034e57db1e5f0" providerId="Windows Live" clId="Web-{24412331-4FED-AB2E-6C54-17162AE3798E}" dt="2026-01-20T22:08:06.578" v="30"/>
        <pc:sldMkLst>
          <pc:docMk/>
          <pc:sldMk cId="895827201" sldId="274"/>
        </pc:sldMkLst>
      </pc:sldChg>
      <pc:sldChg chg="modSp">
        <pc:chgData name="Federica Santi" userId="249034e57db1e5f0" providerId="Windows Live" clId="Web-{24412331-4FED-AB2E-6C54-17162AE3798E}" dt="2026-01-20T22:06:47.357" v="25" actId="20577"/>
        <pc:sldMkLst>
          <pc:docMk/>
          <pc:sldMk cId="3285978620" sldId="275"/>
        </pc:sldMkLst>
        <pc:spChg chg="mod">
          <ac:chgData name="Federica Santi" userId="249034e57db1e5f0" providerId="Windows Live" clId="Web-{24412331-4FED-AB2E-6C54-17162AE3798E}" dt="2026-01-20T22:06:47.357" v="25" actId="20577"/>
          <ac:spMkLst>
            <pc:docMk/>
            <pc:sldMk cId="3285978620" sldId="275"/>
            <ac:spMk id="3" creationId="{5F7A73AD-AD0A-35BD-645B-1A783F28DC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644D0-D9AB-4304-9423-104C5B69A7F1}" type="datetimeFigureOut"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6AFC5-5B97-4312-B0A1-E4096684F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1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develop a deep learning–based model for accurate skin cancer detection from images, with a focus on reliably identifying malignant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6AFC5-5B97-4312-B0A1-E4096684FB96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35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endParaRPr lang="it-IT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6AFC5-5B97-4312-B0A1-E4096684FB96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6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it-IT" b="1"/>
              <a:t>Preprocessing </a:t>
            </a:r>
            <a:endParaRPr lang="en-US">
              <a:solidFill>
                <a:srgbClr val="444444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/>
              <a:t>We resized images to smaller resolutions to reduce computation, normalized pixel values, and preserved aspect ratios using padding. We also applied data augm</a:t>
            </a:r>
            <a:r>
              <a:rPr lang="it-IT"/>
              <a:t>apply transformations to increase dataset diversity</a:t>
            </a:r>
            <a:endParaRPr lang="en-US"/>
          </a:p>
          <a:p>
            <a:r>
              <a:rPr lang="en-US"/>
              <a:t>entation such as flipping, rotation, and zooming to improve generalization.</a:t>
            </a:r>
            <a:r>
              <a:rPr lang="it-IT"/>
              <a:t>make all inputs the same size,scale pixel values for stable training</a:t>
            </a:r>
            <a:endParaRPr lang="en-US"/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6AFC5-5B97-4312-B0A1-E4096684FB96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50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experimented with three models: a custom CNN baseline, VGG16 using transfer learning, and EfficientNetB0, which is a modern state-of-the-art architecture optimized for performance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6AFC5-5B97-4312-B0A1-E4096684FB96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32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comparing models, we observed that the CNN baseline was very stable across both small and large datasets. </a:t>
            </a:r>
            <a:r>
              <a:rPr lang="en-US" err="1"/>
              <a:t>EfficientNet</a:t>
            </a:r>
            <a:r>
              <a:rPr lang="en-US"/>
              <a:t> achieved strong recall with smaller datasets, while VGG16 performed well but required more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6AFC5-5B97-4312-B0A1-E4096684FB96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21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comparing models, we observed that the CNN baseline was very stable across both small and large datasets. </a:t>
            </a:r>
            <a:r>
              <a:rPr lang="en-US" err="1"/>
              <a:t>EfficientNet</a:t>
            </a:r>
            <a:r>
              <a:rPr lang="en-US"/>
              <a:t> achieved strong recall with smaller datasets, while VGG16 performed well but required more resources.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6AFC5-5B97-4312-B0A1-E4096684FB96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0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3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6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4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5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2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9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60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6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61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8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88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36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38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08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1/21/2026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6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18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8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248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1/21/2026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5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702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1/21/2026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69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614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1/21/2026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084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17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694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34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063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565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452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049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793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519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36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51053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98050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31345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859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7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405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416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041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402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793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017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098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16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99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9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58" r:id="rId2"/>
    <p:sldLayoutId id="2147483760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bhaveshmittal/melanoma-cancer-data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huggingface.co/spaces/federicasanti/skin-cancer-detectio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-3725" y="4522239"/>
            <a:ext cx="12002493" cy="1237555"/>
          </a:xfrm>
        </p:spPr>
        <p:txBody>
          <a:bodyPr anchor="b">
            <a:normAutofit fontScale="90000"/>
          </a:bodyPr>
          <a:lstStyle/>
          <a:p>
            <a:r>
              <a:rPr lang="de-DE" sz="4400"/>
              <a:t>Skin Cancer </a:t>
            </a:r>
            <a:r>
              <a:rPr lang="de-DE" sz="4400" err="1"/>
              <a:t>Detection</a:t>
            </a:r>
            <a:r>
              <a:rPr lang="de-DE" sz="4400"/>
              <a:t> </a:t>
            </a:r>
            <a:r>
              <a:rPr lang="de-DE" sz="4400" err="1"/>
              <a:t>Using</a:t>
            </a:r>
            <a:r>
              <a:rPr lang="de-DE" sz="4400"/>
              <a:t> Deep Learning</a:t>
            </a:r>
            <a:br>
              <a:rPr lang="de-DE"/>
            </a:br>
            <a:r>
              <a:rPr lang="de-DE" sz="1600" err="1"/>
              <a:t>Subtitle</a:t>
            </a:r>
            <a:r>
              <a:rPr lang="de-DE" sz="1600"/>
              <a:t>: </a:t>
            </a:r>
            <a:r>
              <a:rPr lang="de-DE" sz="1600" b="0" err="1"/>
              <a:t>Classifying</a:t>
            </a:r>
            <a:r>
              <a:rPr lang="de-DE" sz="1600" b="0"/>
              <a:t> </a:t>
            </a:r>
            <a:r>
              <a:rPr lang="de-DE" sz="1600" b="0" err="1"/>
              <a:t>Benign</a:t>
            </a:r>
            <a:r>
              <a:rPr lang="de-DE" sz="1600" b="0"/>
              <a:t> </a:t>
            </a:r>
            <a:r>
              <a:rPr lang="de-DE" sz="1600" b="0" err="1"/>
              <a:t>vs</a:t>
            </a:r>
            <a:r>
              <a:rPr lang="de-DE" sz="1600" b="0"/>
              <a:t> </a:t>
            </a:r>
            <a:r>
              <a:rPr lang="de-DE" sz="1600" b="0" err="1"/>
              <a:t>Malignant</a:t>
            </a:r>
            <a:r>
              <a:rPr lang="de-DE" sz="1600" b="0"/>
              <a:t> Skin </a:t>
            </a:r>
            <a:r>
              <a:rPr lang="de-DE" sz="1600" b="0" err="1"/>
              <a:t>lesions</a:t>
            </a:r>
            <a:br>
              <a:rPr lang="de-DE" sz="1800" b="0"/>
            </a:br>
            <a:endParaRPr lang="de-DE" sz="1800" err="1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7172" y="5503329"/>
            <a:ext cx="5526000" cy="352789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de-DE" sz="1600" b="1"/>
          </a:p>
          <a:p>
            <a:r>
              <a:rPr lang="de-DE" sz="1800" b="1" err="1"/>
              <a:t>Presented</a:t>
            </a:r>
            <a:r>
              <a:rPr lang="de-DE" sz="1800" b="1"/>
              <a:t> </a:t>
            </a:r>
            <a:r>
              <a:rPr lang="de-DE" sz="1800" b="1" err="1"/>
              <a:t>by</a:t>
            </a:r>
            <a:r>
              <a:rPr lang="de-DE" sz="1800"/>
              <a:t> : </a:t>
            </a:r>
            <a:r>
              <a:rPr lang="de-DE" sz="1800" err="1"/>
              <a:t>Surekha</a:t>
            </a:r>
            <a:r>
              <a:rPr lang="de-DE" sz="1800"/>
              <a:t> Jan, Federica Santi</a:t>
            </a:r>
          </a:p>
          <a:p>
            <a:r>
              <a:rPr lang="de-DE" sz="1800" b="1"/>
              <a:t>Date</a:t>
            </a:r>
            <a:r>
              <a:rPr lang="de-DE" sz="1800"/>
              <a:t> : 22.01.2026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83C6901-D26E-CE95-7122-DD04B4E29A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05" y="0"/>
            <a:ext cx="12180794" cy="4513596"/>
          </a:xfrm>
        </p:spPr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F7E0DB9-5794-A177-610F-CB030A12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it-IT" sz="3200"/>
              <a:t>   </a:t>
            </a:r>
            <a:r>
              <a:rPr lang="it-IT" sz="3200" err="1"/>
              <a:t>Motivation</a:t>
            </a:r>
            <a:r>
              <a:rPr lang="it-IT" sz="3200"/>
              <a:t> for </a:t>
            </a:r>
            <a:r>
              <a:rPr lang="it-IT" sz="3200" err="1"/>
              <a:t>this</a:t>
            </a:r>
            <a:r>
              <a:rPr lang="it-IT" sz="3200"/>
              <a:t> project</a:t>
            </a:r>
          </a:p>
        </p:txBody>
      </p:sp>
      <p:sp>
        <p:nvSpPr>
          <p:cNvPr id="38" name="Segnaposto contenuto 2">
            <a:extLst>
              <a:ext uri="{FF2B5EF4-FFF2-40B4-BE49-F238E27FC236}">
                <a16:creationId xmlns:a16="http://schemas.microsoft.com/office/drawing/2014/main" id="{39645FF4-01B2-764D-1C06-C55680373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609308"/>
            <a:ext cx="9941319" cy="353287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buSzPct val="87000"/>
            </a:pPr>
            <a:endParaRPr lang="it-IT">
              <a:latin typeface="Grandview Display"/>
              <a:ea typeface="+mn-lt"/>
              <a:cs typeface="+mn-lt"/>
            </a:endParaRPr>
          </a:p>
          <a:p>
            <a:pPr>
              <a:lnSpc>
                <a:spcPct val="110000"/>
              </a:lnSpc>
              <a:buSzPct val="87000"/>
            </a:pPr>
            <a:r>
              <a:rPr lang="it-IT" sz="2400" err="1">
                <a:latin typeface="Neue Haas Grotesk Text Pro"/>
                <a:ea typeface="+mn-lt"/>
                <a:cs typeface="+mn-lt"/>
              </a:rPr>
              <a:t>Skin</a:t>
            </a:r>
            <a:r>
              <a:rPr lang="it-IT" sz="2400">
                <a:latin typeface="Neue Haas Grotesk Text Pro"/>
                <a:ea typeface="+mn-lt"/>
                <a:cs typeface="+mn-lt"/>
              </a:rPr>
              <a:t> </a:t>
            </a:r>
            <a:r>
              <a:rPr lang="it-IT" sz="2400" err="1">
                <a:latin typeface="Neue Haas Grotesk Text Pro"/>
                <a:ea typeface="+mn-lt"/>
                <a:cs typeface="+mn-lt"/>
              </a:rPr>
              <a:t>cancer</a:t>
            </a:r>
            <a:r>
              <a:rPr lang="it-IT" sz="2400">
                <a:latin typeface="Neue Haas Grotesk Text Pro"/>
                <a:ea typeface="+mn-lt"/>
                <a:cs typeface="+mn-lt"/>
              </a:rPr>
              <a:t> </a:t>
            </a:r>
            <a:r>
              <a:rPr lang="it-IT" sz="2400" err="1">
                <a:latin typeface="Neue Haas Grotesk Text Pro"/>
                <a:ea typeface="+mn-lt"/>
                <a:cs typeface="+mn-lt"/>
              </a:rPr>
              <a:t>is</a:t>
            </a:r>
            <a:r>
              <a:rPr lang="it-IT" sz="2400">
                <a:latin typeface="Neue Haas Grotesk Text Pro"/>
                <a:ea typeface="+mn-lt"/>
                <a:cs typeface="+mn-lt"/>
              </a:rPr>
              <a:t> one of the </a:t>
            </a:r>
            <a:r>
              <a:rPr lang="it-IT" sz="2400" b="1" err="1">
                <a:latin typeface="Neue Haas Grotesk Text Pro"/>
                <a:ea typeface="+mn-lt"/>
                <a:cs typeface="+mn-lt"/>
              </a:rPr>
              <a:t>most</a:t>
            </a:r>
            <a:r>
              <a:rPr lang="it-IT" sz="2400" b="1">
                <a:latin typeface="Neue Haas Grotesk Text Pro"/>
                <a:ea typeface="+mn-lt"/>
                <a:cs typeface="+mn-lt"/>
              </a:rPr>
              <a:t> common </a:t>
            </a:r>
            <a:r>
              <a:rPr lang="it-IT" sz="2400" b="1" err="1">
                <a:latin typeface="Neue Haas Grotesk Text Pro"/>
                <a:ea typeface="+mn-lt"/>
                <a:cs typeface="+mn-lt"/>
              </a:rPr>
              <a:t>cancers</a:t>
            </a:r>
            <a:r>
              <a:rPr lang="it-IT" sz="2400" b="1">
                <a:latin typeface="Neue Haas Grotesk Text Pro"/>
                <a:ea typeface="+mn-lt"/>
                <a:cs typeface="+mn-lt"/>
              </a:rPr>
              <a:t> </a:t>
            </a:r>
            <a:r>
              <a:rPr lang="it-IT" sz="2400" b="1" err="1">
                <a:latin typeface="Neue Haas Grotesk Text Pro"/>
                <a:ea typeface="+mn-lt"/>
                <a:cs typeface="+mn-lt"/>
              </a:rPr>
              <a:t>worldwide</a:t>
            </a:r>
            <a:r>
              <a:rPr lang="it-IT" sz="2400" b="1">
                <a:latin typeface="Neue Haas Grotesk Text Pro"/>
                <a:ea typeface="+mn-lt"/>
                <a:cs typeface="+mn-lt"/>
              </a:rPr>
              <a:t>.</a:t>
            </a:r>
            <a:endParaRPr lang="it-IT" sz="2400">
              <a:latin typeface="Neue Haas Grotesk Text Pro"/>
              <a:ea typeface="+mn-lt"/>
              <a:cs typeface="+mn-lt"/>
            </a:endParaRPr>
          </a:p>
          <a:p>
            <a:pPr>
              <a:lnSpc>
                <a:spcPct val="110000"/>
              </a:lnSpc>
              <a:buSzPct val="87000"/>
            </a:pPr>
            <a:endParaRPr lang="it-IT" sz="2400">
              <a:latin typeface="Grandview Display"/>
              <a:ea typeface="+mn-lt"/>
              <a:cs typeface="+mn-lt"/>
            </a:endParaRPr>
          </a:p>
          <a:p>
            <a:pPr>
              <a:lnSpc>
                <a:spcPct val="110000"/>
              </a:lnSpc>
              <a:buSzPct val="87000"/>
            </a:pPr>
            <a:r>
              <a:rPr lang="it-IT" sz="2400" err="1">
                <a:ea typeface="+mn-lt"/>
                <a:cs typeface="+mn-lt"/>
              </a:rPr>
              <a:t>Early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detection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significantly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improves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patient</a:t>
            </a:r>
            <a:r>
              <a:rPr lang="it-IT" sz="2400" b="1">
                <a:ea typeface="+mn-lt"/>
                <a:cs typeface="+mn-lt"/>
              </a:rPr>
              <a:t> survival rates.</a:t>
            </a:r>
            <a:endParaRPr lang="it-IT" sz="2400"/>
          </a:p>
          <a:p>
            <a:pPr>
              <a:lnSpc>
                <a:spcPct val="110000"/>
              </a:lnSpc>
              <a:buSzPct val="87000"/>
            </a:pPr>
            <a:endParaRPr lang="it-IT" sz="2400">
              <a:latin typeface="Grandview Display"/>
              <a:ea typeface="+mn-lt"/>
              <a:cs typeface="+mn-lt"/>
            </a:endParaRPr>
          </a:p>
          <a:p>
            <a:pPr>
              <a:lnSpc>
                <a:spcPct val="110000"/>
              </a:lnSpc>
              <a:buSzPct val="87000"/>
            </a:pPr>
            <a:r>
              <a:rPr lang="it-IT" sz="2400">
                <a:ea typeface="+mn-lt"/>
                <a:cs typeface="+mn-lt"/>
              </a:rPr>
              <a:t>Deep learning–</a:t>
            </a:r>
            <a:r>
              <a:rPr lang="it-IT" sz="2400" err="1">
                <a:ea typeface="+mn-lt"/>
                <a:cs typeface="+mn-lt"/>
              </a:rPr>
              <a:t>based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automated</a:t>
            </a:r>
            <a:r>
              <a:rPr lang="it-IT" sz="2400">
                <a:ea typeface="+mn-lt"/>
                <a:cs typeface="+mn-lt"/>
              </a:rPr>
              <a:t> systems can support </a:t>
            </a:r>
            <a:r>
              <a:rPr lang="it-IT" sz="2400" b="1">
                <a:ea typeface="+mn-lt"/>
                <a:cs typeface="+mn-lt"/>
              </a:rPr>
              <a:t>fast and accurate </a:t>
            </a:r>
            <a:r>
              <a:rPr lang="it-IT" sz="2400" b="1" err="1">
                <a:ea typeface="+mn-lt"/>
                <a:cs typeface="+mn-lt"/>
              </a:rPr>
              <a:t>skin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lesion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analysis</a:t>
            </a:r>
            <a:r>
              <a:rPr lang="it-IT" sz="2400" b="1">
                <a:ea typeface="+mn-lt"/>
                <a:cs typeface="+mn-lt"/>
              </a:rPr>
              <a:t>.</a:t>
            </a:r>
            <a:endParaRPr lang="it-IT" sz="2400" b="1"/>
          </a:p>
          <a:p>
            <a:pPr>
              <a:lnSpc>
                <a:spcPct val="110000"/>
              </a:lnSpc>
              <a:buSzPct val="87000"/>
            </a:pPr>
            <a:endParaRPr lang="it-IT">
              <a:latin typeface="Grandview Display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32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7" name="Arc 10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DEE84C5-41F7-D872-1152-13191A42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49" y="479493"/>
            <a:ext cx="10973651" cy="1325563"/>
          </a:xfrm>
        </p:spPr>
        <p:txBody>
          <a:bodyPr>
            <a:normAutofit/>
          </a:bodyPr>
          <a:lstStyle/>
          <a:p>
            <a:r>
              <a:rPr lang="it-IT"/>
              <a:t>Project </a:t>
            </a:r>
            <a:r>
              <a:rPr lang="it-IT" err="1"/>
              <a:t>Objective</a:t>
            </a:r>
            <a:endParaRPr lang="en-US" err="1"/>
          </a:p>
          <a:p>
            <a:endParaRPr lang="it-IT"/>
          </a:p>
          <a:p>
            <a:endParaRPr lang="it-IT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B5E9CD-31E9-1F87-8285-6EA9AAFB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589" y="1523613"/>
            <a:ext cx="10541645" cy="40678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400">
                <a:ea typeface="+mn-lt"/>
                <a:cs typeface="+mn-lt"/>
              </a:rPr>
              <a:t>Build a deep learning system for </a:t>
            </a:r>
            <a:r>
              <a:rPr lang="it-IT" sz="2400" err="1">
                <a:ea typeface="+mn-lt"/>
                <a:cs typeface="+mn-lt"/>
              </a:rPr>
              <a:t>binary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classification</a:t>
            </a:r>
            <a:r>
              <a:rPr lang="it-IT" sz="2400">
                <a:ea typeface="+mn-lt"/>
                <a:cs typeface="+mn-lt"/>
              </a:rPr>
              <a:t> of </a:t>
            </a:r>
            <a:r>
              <a:rPr lang="it-IT" sz="2400" err="1">
                <a:ea typeface="+mn-lt"/>
                <a:cs typeface="+mn-lt"/>
              </a:rPr>
              <a:t>skin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lesion</a:t>
            </a:r>
            <a:r>
              <a:rPr lang="it-IT" sz="2400">
                <a:ea typeface="+mn-lt"/>
                <a:cs typeface="+mn-lt"/>
              </a:rPr>
              <a:t> images:</a:t>
            </a:r>
            <a:br>
              <a:rPr lang="it-IT" sz="2400">
                <a:ea typeface="+mn-lt"/>
                <a:cs typeface="+mn-lt"/>
              </a:rPr>
            </a:br>
            <a:r>
              <a:rPr lang="it-IT" sz="2400">
                <a:ea typeface="+mn-lt"/>
                <a:cs typeface="+mn-lt"/>
              </a:rPr>
              <a:t>                 </a:t>
            </a:r>
            <a:r>
              <a:rPr lang="it-IT" sz="2400" b="1" err="1">
                <a:ea typeface="+mn-lt"/>
                <a:cs typeface="+mn-lt"/>
              </a:rPr>
              <a:t>Benign</a:t>
            </a:r>
            <a:r>
              <a:rPr lang="it-IT" sz="2400">
                <a:ea typeface="+mn-lt"/>
                <a:cs typeface="+mn-lt"/>
              </a:rPr>
              <a:t> (no </a:t>
            </a:r>
            <a:r>
              <a:rPr lang="it-IT" sz="2400" err="1">
                <a:ea typeface="+mn-lt"/>
                <a:cs typeface="+mn-lt"/>
              </a:rPr>
              <a:t>cancer</a:t>
            </a:r>
            <a:r>
              <a:rPr lang="it-IT" sz="2400">
                <a:ea typeface="+mn-lt"/>
                <a:cs typeface="+mn-lt"/>
              </a:rPr>
              <a:t>) vs. </a:t>
            </a:r>
            <a:r>
              <a:rPr lang="it-IT" sz="2400" b="1" err="1">
                <a:ea typeface="+mn-lt"/>
                <a:cs typeface="+mn-lt"/>
              </a:rPr>
              <a:t>Malignant</a:t>
            </a:r>
            <a:r>
              <a:rPr lang="it-IT" sz="2400">
                <a:ea typeface="+mn-lt"/>
                <a:cs typeface="+mn-lt"/>
              </a:rPr>
              <a:t> (</a:t>
            </a:r>
            <a:r>
              <a:rPr lang="it-IT" sz="2400" err="1">
                <a:ea typeface="+mn-lt"/>
                <a:cs typeface="+mn-lt"/>
              </a:rPr>
              <a:t>cancer</a:t>
            </a:r>
            <a:r>
              <a:rPr lang="it-IT" sz="2400">
                <a:ea typeface="+mn-lt"/>
                <a:cs typeface="+mn-lt"/>
              </a:rPr>
              <a:t>)</a:t>
            </a:r>
          </a:p>
          <a:p>
            <a:endParaRPr lang="it-IT" sz="2400">
              <a:ea typeface="+mn-lt"/>
              <a:cs typeface="+mn-lt"/>
            </a:endParaRPr>
          </a:p>
          <a:p>
            <a:r>
              <a:rPr lang="it-IT" sz="2400" b="1" err="1">
                <a:ea typeface="+mn-lt"/>
                <a:cs typeface="+mn-lt"/>
              </a:rPr>
              <a:t>Priority</a:t>
            </a:r>
            <a:r>
              <a:rPr lang="it-IT" sz="2400" b="1">
                <a:ea typeface="+mn-lt"/>
                <a:cs typeface="+mn-lt"/>
              </a:rPr>
              <a:t> on </a:t>
            </a:r>
            <a:r>
              <a:rPr lang="it-IT" sz="2400" b="1" err="1">
                <a:ea typeface="+mn-lt"/>
                <a:cs typeface="+mn-lt"/>
              </a:rPr>
              <a:t>cancer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detection</a:t>
            </a:r>
            <a:r>
              <a:rPr lang="it-IT" sz="2400" b="1">
                <a:ea typeface="+mn-lt"/>
                <a:cs typeface="+mn-lt"/>
              </a:rPr>
              <a:t>:</a:t>
            </a:r>
            <a:br>
              <a:rPr lang="it-IT" sz="2400" b="1">
                <a:ea typeface="+mn-lt"/>
                <a:cs typeface="+mn-lt"/>
              </a:rPr>
            </a:br>
            <a:r>
              <a:rPr lang="it-IT" sz="2400" err="1">
                <a:ea typeface="+mn-lt"/>
                <a:cs typeface="+mn-lt"/>
              </a:rPr>
              <a:t>minimize</a:t>
            </a:r>
            <a:r>
              <a:rPr lang="it-IT" sz="2400">
                <a:ea typeface="+mn-lt"/>
                <a:cs typeface="+mn-lt"/>
              </a:rPr>
              <a:t> false </a:t>
            </a:r>
            <a:r>
              <a:rPr lang="it-IT" sz="2400" err="1">
                <a:ea typeface="+mn-lt"/>
                <a:cs typeface="+mn-lt"/>
              </a:rPr>
              <a:t>negatives</a:t>
            </a:r>
            <a:r>
              <a:rPr lang="it-IT" sz="2400">
                <a:ea typeface="+mn-lt"/>
                <a:cs typeface="+mn-lt"/>
              </a:rPr>
              <a:t>, </a:t>
            </a:r>
            <a:r>
              <a:rPr lang="it-IT" sz="2400" err="1">
                <a:ea typeface="+mn-lt"/>
                <a:cs typeface="+mn-lt"/>
              </a:rPr>
              <a:t>ensuring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malignant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lesions</a:t>
            </a:r>
            <a:r>
              <a:rPr lang="it-IT" sz="2400">
                <a:ea typeface="+mn-lt"/>
                <a:cs typeface="+mn-lt"/>
              </a:rPr>
              <a:t> are </a:t>
            </a:r>
            <a:r>
              <a:rPr lang="it-IT" sz="2400" err="1">
                <a:ea typeface="+mn-lt"/>
                <a:cs typeface="+mn-lt"/>
              </a:rPr>
              <a:t>not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missed</a:t>
            </a:r>
            <a:br>
              <a:rPr lang="it-IT" sz="2400">
                <a:ea typeface="+mn-lt"/>
                <a:cs typeface="+mn-lt"/>
              </a:rPr>
            </a:br>
            <a:r>
              <a:rPr lang="it-IT" sz="2400">
                <a:ea typeface="+mn-lt"/>
                <a:cs typeface="+mn-lt"/>
              </a:rPr>
              <a:t>          → </a:t>
            </a:r>
            <a:r>
              <a:rPr lang="it-IT" sz="2400" err="1">
                <a:ea typeface="+mn-lt"/>
                <a:cs typeface="+mn-lt"/>
              </a:rPr>
              <a:t>This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requirement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referred</a:t>
            </a:r>
            <a:r>
              <a:rPr lang="it-IT" sz="2400">
                <a:ea typeface="+mn-lt"/>
                <a:cs typeface="+mn-lt"/>
              </a:rPr>
              <a:t> to </a:t>
            </a:r>
            <a:r>
              <a:rPr lang="it-IT" sz="2400" err="1">
                <a:ea typeface="+mn-lt"/>
                <a:cs typeface="+mn-lt"/>
              </a:rPr>
              <a:t>as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b="1">
                <a:ea typeface="+mn-lt"/>
                <a:cs typeface="+mn-lt"/>
              </a:rPr>
              <a:t>high recall</a:t>
            </a:r>
            <a:endParaRPr lang="it-IT" sz="2400">
              <a:ea typeface="+mn-lt"/>
              <a:cs typeface="+mn-lt"/>
            </a:endParaRPr>
          </a:p>
          <a:p>
            <a:endParaRPr lang="it-IT"/>
          </a:p>
          <a:p>
            <a:endParaRPr lang="it-IT"/>
          </a:p>
          <a:p>
            <a:endParaRPr lang="it-IT"/>
          </a:p>
          <a:p>
            <a:endParaRPr lang="it-IT"/>
          </a:p>
          <a:p>
            <a:endParaRPr lang="it-IT"/>
          </a:p>
          <a:p>
            <a:endParaRPr lang="it-IT"/>
          </a:p>
          <a:p>
            <a:endParaRPr lang="it-IT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543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8006616-ABD6-0463-E365-EE2E8573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9166413" cy="521918"/>
          </a:xfrm>
        </p:spPr>
        <p:txBody>
          <a:bodyPr>
            <a:normAutofit fontScale="90000"/>
          </a:bodyPr>
          <a:lstStyle/>
          <a:p>
            <a:r>
              <a:rPr lang="it-IT"/>
              <a:t>Data Collection </a:t>
            </a:r>
            <a:br>
              <a:rPr lang="it-IT"/>
            </a:br>
            <a:br>
              <a:rPr lang="it-IT"/>
            </a:br>
            <a:endParaRPr lang="it-IT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egnaposto contenuto 2">
            <a:extLst>
              <a:ext uri="{FF2B5EF4-FFF2-40B4-BE49-F238E27FC236}">
                <a16:creationId xmlns:a16="http://schemas.microsoft.com/office/drawing/2014/main" id="{1A3415B2-5955-728C-C189-C34D22254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00" y="763308"/>
            <a:ext cx="10960100" cy="55025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it-IT" sz="2400" b="1"/>
              <a:t>Dataset </a:t>
            </a:r>
            <a:r>
              <a:rPr lang="it-IT" sz="3200" b="1"/>
              <a:t>:</a:t>
            </a:r>
            <a:r>
              <a:rPr lang="it-IT" sz="1900" b="1"/>
              <a:t> </a:t>
            </a:r>
            <a:r>
              <a:rPr lang="it-IT" sz="1900"/>
              <a:t>(</a:t>
            </a:r>
            <a:r>
              <a:rPr lang="it-IT" sz="1900">
                <a:hlinkClick r:id="rId3"/>
              </a:rPr>
              <a:t>https://www.kaggle.com/datasets/bhaveshmittal/melanoma-cancer-dataset</a:t>
            </a:r>
            <a:r>
              <a:rPr lang="it-IT" sz="1900"/>
              <a:t>)</a:t>
            </a:r>
            <a:r>
              <a:rPr lang="it-IT" sz="1900" b="1"/>
              <a:t>                                                                                                          </a:t>
            </a:r>
            <a:r>
              <a:rPr lang="it-IT" sz="1900" b="1">
                <a:ea typeface="+mn-lt"/>
                <a:cs typeface="+mn-lt"/>
              </a:rPr>
              <a:t>                                                                </a:t>
            </a:r>
            <a:r>
              <a:rPr lang="it-IT" sz="1900">
                <a:ea typeface="+mn-lt"/>
                <a:cs typeface="+mn-lt"/>
              </a:rPr>
              <a:t>12,304</a:t>
            </a:r>
            <a:r>
              <a:rPr lang="it-IT" sz="1900"/>
              <a:t> </a:t>
            </a:r>
            <a:r>
              <a:rPr lang="it-IT" sz="1900" err="1"/>
              <a:t>labeled</a:t>
            </a:r>
            <a:r>
              <a:rPr lang="it-IT" sz="1900"/>
              <a:t> images (</a:t>
            </a:r>
            <a:r>
              <a:rPr lang="it-IT" sz="1900" b="1" err="1"/>
              <a:t>Benign</a:t>
            </a:r>
            <a:r>
              <a:rPr lang="it-IT" sz="1900" b="1"/>
              <a:t> and </a:t>
            </a:r>
            <a:r>
              <a:rPr lang="it-IT" sz="1900" b="1" err="1"/>
              <a:t>Malignant</a:t>
            </a:r>
            <a:r>
              <a:rPr lang="it-IT" sz="1900"/>
              <a:t>)</a:t>
            </a:r>
            <a:endParaRPr lang="it-IT"/>
          </a:p>
          <a:p>
            <a:pPr marL="342900" indent="-342900">
              <a:lnSpc>
                <a:spcPct val="110000"/>
              </a:lnSpc>
            </a:pPr>
            <a:endParaRPr lang="it-IT" sz="1900"/>
          </a:p>
          <a:p>
            <a:pPr marL="342900" indent="-342900">
              <a:lnSpc>
                <a:spcPct val="110000"/>
              </a:lnSpc>
            </a:pPr>
            <a:endParaRPr lang="it-IT" sz="1900"/>
          </a:p>
          <a:p>
            <a:pPr marL="342900" indent="-342900">
              <a:lnSpc>
                <a:spcPct val="110000"/>
              </a:lnSpc>
            </a:pPr>
            <a:endParaRPr lang="it-IT" sz="1900"/>
          </a:p>
          <a:p>
            <a:pPr marL="342900" indent="-342900">
              <a:lnSpc>
                <a:spcPct val="110000"/>
              </a:lnSpc>
            </a:pPr>
            <a:endParaRPr lang="it-IT" sz="1900"/>
          </a:p>
          <a:p>
            <a:pPr marL="0" indent="0">
              <a:lnSpc>
                <a:spcPct val="110000"/>
              </a:lnSpc>
              <a:buNone/>
            </a:pPr>
            <a:endParaRPr lang="it-IT" sz="1900" b="1"/>
          </a:p>
          <a:p>
            <a:pPr>
              <a:lnSpc>
                <a:spcPct val="110000"/>
              </a:lnSpc>
            </a:pPr>
            <a:endParaRPr lang="it-IT" sz="1900"/>
          </a:p>
          <a:p>
            <a:pPr>
              <a:lnSpc>
                <a:spcPct val="110000"/>
              </a:lnSpc>
            </a:pPr>
            <a:endParaRPr lang="it-IT" sz="1900"/>
          </a:p>
          <a:p>
            <a:pPr marL="0" indent="0">
              <a:lnSpc>
                <a:spcPct val="110000"/>
              </a:lnSpc>
              <a:buNone/>
            </a:pPr>
            <a:r>
              <a:rPr lang="it-IT" sz="1900"/>
              <a:t>                         </a:t>
            </a:r>
            <a:r>
              <a:rPr lang="it-IT" sz="1900" b="1" err="1"/>
              <a:t>Benign</a:t>
            </a:r>
            <a:r>
              <a:rPr lang="it-IT" sz="1900" b="1"/>
              <a:t> (Not </a:t>
            </a:r>
            <a:r>
              <a:rPr lang="it-IT" sz="1900" b="1" err="1"/>
              <a:t>cancer</a:t>
            </a:r>
            <a:r>
              <a:rPr lang="it-IT" sz="1900" b="1"/>
              <a:t>)   </a:t>
            </a:r>
            <a:r>
              <a:rPr lang="it-IT" sz="1900"/>
              <a:t>                        </a:t>
            </a:r>
            <a:r>
              <a:rPr lang="it-IT" sz="1900" b="1"/>
              <a:t>Malignant (Cancer)  </a:t>
            </a:r>
          </a:p>
          <a:p>
            <a:pPr>
              <a:lnSpc>
                <a:spcPct val="110000"/>
              </a:lnSpc>
            </a:pPr>
            <a:endParaRPr lang="it-IT" sz="1900"/>
          </a:p>
        </p:txBody>
      </p:sp>
      <p:pic>
        <p:nvPicPr>
          <p:cNvPr id="5" name="Picture 4" descr="A close-up of a blister&#10;&#10;AI-generated content may be incorrect.">
            <a:extLst>
              <a:ext uri="{FF2B5EF4-FFF2-40B4-BE49-F238E27FC236}">
                <a16:creationId xmlns:a16="http://schemas.microsoft.com/office/drawing/2014/main" id="{41BFCA9C-6976-2401-0526-9971F19C9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273" y="2099705"/>
            <a:ext cx="2688955" cy="2663124"/>
          </a:xfrm>
          <a:prstGeom prst="rect">
            <a:avLst/>
          </a:prstGeom>
        </p:spPr>
      </p:pic>
      <p:pic>
        <p:nvPicPr>
          <p:cNvPr id="6" name="Picture 5" descr="A close-up of a mole&#10;&#10;AI-generated content may be incorrect.">
            <a:extLst>
              <a:ext uri="{FF2B5EF4-FFF2-40B4-BE49-F238E27FC236}">
                <a16:creationId xmlns:a16="http://schemas.microsoft.com/office/drawing/2014/main" id="{F612AF0C-3FD9-9D3D-0FFD-BE24570BB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72" y="2099705"/>
            <a:ext cx="2753530" cy="26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1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106B9-8C65-431D-7021-3FDEC3A9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7D0B7-5AA9-A935-FDEC-002BC989A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09522"/>
            <a:ext cx="9941319" cy="3632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/>
            <a:r>
              <a:rPr lang="it-IT" sz="2400" b="1" err="1"/>
              <a:t>Resize</a:t>
            </a:r>
            <a:r>
              <a:rPr lang="it-IT" sz="2400" b="1"/>
              <a:t> images </a:t>
            </a:r>
            <a:r>
              <a:rPr lang="it-IT" sz="2400"/>
              <a:t>(64*64)</a:t>
            </a:r>
            <a:endParaRPr lang="it-IT" sz="2400">
              <a:ea typeface="+mn-lt"/>
              <a:cs typeface="+mn-lt"/>
            </a:endParaRPr>
          </a:p>
          <a:p>
            <a:pPr marL="342900" indent="-342900"/>
            <a:r>
              <a:rPr lang="it-IT" sz="2400" b="1"/>
              <a:t>Normalization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>
                <a:ea typeface="+mn-lt"/>
                <a:cs typeface="+mn-lt"/>
              </a:rPr>
              <a:t>(pixel values 0-1)</a:t>
            </a:r>
          </a:p>
          <a:p>
            <a:pPr marL="342900" indent="-342900"/>
            <a:r>
              <a:rPr lang="it-IT" sz="2400" b="1"/>
              <a:t>Data agumentation </a:t>
            </a:r>
            <a:r>
              <a:rPr lang="it-IT" sz="2400"/>
              <a:t>(Random flip, </a:t>
            </a:r>
            <a:r>
              <a:rPr lang="it-IT" sz="2400" err="1"/>
              <a:t>rotation</a:t>
            </a:r>
            <a:r>
              <a:rPr lang="it-IT" sz="2400"/>
              <a:t>, zoom)</a:t>
            </a:r>
            <a:endParaRPr lang="it-IT" sz="2400">
              <a:ea typeface="+mn-lt"/>
              <a:cs typeface="+mn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33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08C4F8-6B0E-F355-1ABC-1A87D8DF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Challenges Faced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282706-39C0-A5B2-3555-FB9DD1820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Problems</a:t>
            </a:r>
            <a:r>
              <a:rPr lang="it-IT"/>
              <a:t>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had</a:t>
            </a:r>
            <a:r>
              <a:rPr lang="it-IT"/>
              <a:t> to face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6580CAA-EB6E-F44D-9C54-05B9A726F6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840037"/>
            <a:ext cx="5205412" cy="9064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 Limited </a:t>
            </a:r>
            <a:r>
              <a:rPr lang="it-IT" b="1"/>
              <a:t>GPU</a:t>
            </a:r>
            <a:r>
              <a:rPr lang="it-IT"/>
              <a:t> </a:t>
            </a:r>
            <a:r>
              <a:rPr lang="it-IT" err="1"/>
              <a:t>resources</a:t>
            </a:r>
            <a:r>
              <a:rPr lang="it-IT"/>
              <a:t> 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B015378-2CB1-5BE5-4D02-70E96B9B2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/>
              <a:t>How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tackled</a:t>
            </a:r>
            <a:r>
              <a:rPr lang="it-IT"/>
              <a:t> </a:t>
            </a:r>
            <a:r>
              <a:rPr lang="it-IT" err="1"/>
              <a:t>tHEM</a:t>
            </a:r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0FAFFE3-9F0E-A098-305E-A56B560AF9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840037"/>
            <a:ext cx="4802188" cy="9064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used</a:t>
            </a:r>
            <a:r>
              <a:rPr lang="it-IT"/>
              <a:t> </a:t>
            </a:r>
            <a:r>
              <a:rPr lang="it-IT" b="1"/>
              <a:t>CPU</a:t>
            </a:r>
            <a:r>
              <a:rPr lang="it-IT"/>
              <a:t> </a:t>
            </a:r>
            <a:r>
              <a:rPr lang="it-IT" err="1"/>
              <a:t>instead</a:t>
            </a:r>
            <a:r>
              <a:rPr lang="it-IT"/>
              <a:t> of </a:t>
            </a:r>
            <a:r>
              <a:rPr lang="it-IT" b="1"/>
              <a:t>GPU</a:t>
            </a:r>
          </a:p>
          <a:p>
            <a:endParaRPr lang="it-IT" b="1"/>
          </a:p>
          <a:p>
            <a:endParaRPr lang="it-IT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D5B2D97-03C0-2F8D-283A-A7C55B5A0BBF}"/>
              </a:ext>
            </a:extLst>
          </p:cNvPr>
          <p:cNvSpPr txBox="1"/>
          <p:nvPr/>
        </p:nvSpPr>
        <p:spPr>
          <a:xfrm>
            <a:off x="6094488" y="4481663"/>
            <a:ext cx="523461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it-IT" sz="2000"/>
              <a:t>A subset of </a:t>
            </a:r>
            <a:r>
              <a:rPr lang="it-IT" sz="2000" b="1"/>
              <a:t>2000</a:t>
            </a:r>
            <a:r>
              <a:rPr lang="it-IT" sz="2000"/>
              <a:t> images from the </a:t>
            </a:r>
            <a:r>
              <a:rPr lang="it-IT" sz="2000" err="1"/>
              <a:t>original</a:t>
            </a:r>
            <a:r>
              <a:rPr lang="it-IT" sz="2000"/>
              <a:t> dataset </a:t>
            </a:r>
            <a:r>
              <a:rPr lang="it-IT" sz="2000" err="1"/>
              <a:t>was</a:t>
            </a:r>
            <a:r>
              <a:rPr lang="it-IT" sz="2000"/>
              <a:t> </a:t>
            </a:r>
            <a:r>
              <a:rPr lang="it-IT" sz="2000" err="1"/>
              <a:t>used</a:t>
            </a:r>
            <a:r>
              <a:rPr lang="it-IT" sz="2000"/>
              <a:t> to </a:t>
            </a:r>
            <a:r>
              <a:rPr lang="it-IT" sz="2000" err="1"/>
              <a:t>evaluate</a:t>
            </a:r>
            <a:r>
              <a:rPr lang="it-IT" sz="2000"/>
              <a:t> the models </a:t>
            </a:r>
            <a:r>
              <a:rPr lang="it-IT" sz="2000" err="1"/>
              <a:t>allowing</a:t>
            </a:r>
            <a:r>
              <a:rPr lang="it-IT" sz="2000"/>
              <a:t> for </a:t>
            </a:r>
            <a:r>
              <a:rPr lang="it-IT" sz="2000" err="1"/>
              <a:t>faster</a:t>
            </a:r>
            <a:r>
              <a:rPr lang="it-IT" sz="2000"/>
              <a:t> </a:t>
            </a:r>
            <a:r>
              <a:rPr lang="it-IT" sz="2000" err="1"/>
              <a:t>results</a:t>
            </a:r>
            <a:endParaRPr lang="it-IT" sz="2000"/>
          </a:p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7E7F434-2C09-8971-E584-03D5F7AF7285}"/>
              </a:ext>
            </a:extLst>
          </p:cNvPr>
          <p:cNvSpPr txBox="1"/>
          <p:nvPr/>
        </p:nvSpPr>
        <p:spPr>
          <a:xfrm>
            <a:off x="604071" y="4484593"/>
            <a:ext cx="49398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t-IT" sz="2000"/>
              <a:t>Long training time</a:t>
            </a:r>
            <a:endParaRPr lang="it-IT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B50138-4991-771A-BD12-3CA0DCFA9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101215"/>
              </p:ext>
            </p:extLst>
          </p:nvPr>
        </p:nvGraphicFramePr>
        <p:xfrm>
          <a:off x="0" y="6487026"/>
          <a:ext cx="1216628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6284">
                  <a:extLst>
                    <a:ext uri="{9D8B030D-6E8A-4147-A177-3AD203B41FA5}">
                      <a16:colId xmlns:a16="http://schemas.microsoft.com/office/drawing/2014/main" val="3339446626"/>
                    </a:ext>
                  </a:extLst>
                </a:gridCol>
              </a:tblGrid>
              <a:tr h="3615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322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790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 build="p"/>
      <p:bldP spid="6" grpId="0" build="p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F10F4-B289-9FDE-DFAB-063654D4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/>
              <a:t>Models we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15D3A-0F9C-DF89-F539-676310267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06181"/>
            <a:ext cx="9941319" cy="3395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it-IT" sz="2400" b="1"/>
          </a:p>
          <a:p>
            <a:r>
              <a:rPr lang="it-IT" sz="2400" b="1"/>
              <a:t>Baseline CNN</a:t>
            </a:r>
            <a:r>
              <a:rPr lang="it-IT" sz="2400"/>
              <a:t> (</a:t>
            </a:r>
            <a:r>
              <a:rPr lang="it-IT" sz="2400" err="1"/>
              <a:t>Sequential</a:t>
            </a:r>
            <a:r>
              <a:rPr lang="it-IT" sz="2400"/>
              <a:t> Model),</a:t>
            </a:r>
            <a:endParaRPr lang="en-US" sz="2400"/>
          </a:p>
          <a:p>
            <a:r>
              <a:rPr lang="it-IT" sz="2400" b="1"/>
              <a:t>VGG16</a:t>
            </a:r>
            <a:r>
              <a:rPr lang="it-IT" sz="2400"/>
              <a:t> (Transfer Learning), </a:t>
            </a:r>
            <a:endParaRPr lang="en-US" sz="2400"/>
          </a:p>
          <a:p>
            <a:r>
              <a:rPr lang="it-IT" sz="2400" b="1"/>
              <a:t>EfficientNetB0</a:t>
            </a:r>
            <a:r>
              <a:rPr lang="it-IT" sz="2400"/>
              <a:t>(</a:t>
            </a:r>
            <a:r>
              <a:rPr lang="it-IT" sz="2400" err="1"/>
              <a:t>Modern</a:t>
            </a:r>
            <a:r>
              <a:rPr lang="it-IT" sz="2400"/>
              <a:t> SOTA Model).</a:t>
            </a:r>
          </a:p>
          <a:p>
            <a:pPr marL="0" indent="0">
              <a:buNone/>
            </a:pPr>
            <a:r>
              <a:rPr lang="en-US" sz="2400"/>
              <a:t>All models have been evaluated on</a:t>
            </a:r>
            <a:r>
              <a:rPr lang="en-US" sz="2400" b="1"/>
              <a:t> accuracy, loss </a:t>
            </a:r>
            <a:r>
              <a:rPr lang="en-US" sz="2400"/>
              <a:t>and</a:t>
            </a:r>
            <a:r>
              <a:rPr lang="en-US" sz="2400" b="1"/>
              <a:t> recall.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3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70610837-563E-4D84-6BC4-D9E65FF5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176" y="1446597"/>
            <a:ext cx="9931171" cy="604016"/>
          </a:xfrm>
        </p:spPr>
        <p:txBody>
          <a:bodyPr anchor="ctr">
            <a:noAutofit/>
          </a:bodyPr>
          <a:lstStyle/>
          <a:p>
            <a:pPr>
              <a:spcBef>
                <a:spcPts val="1000"/>
              </a:spcBef>
            </a:pPr>
            <a:br>
              <a:rPr lang="it-IT" sz="2800"/>
            </a:br>
            <a:endParaRPr lang="it-IT" sz="280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egnaposto contenuto 4" descr="A graph of a loss and a loss&#10;&#10;AI-generated content may be incorrect.">
            <a:extLst>
              <a:ext uri="{FF2B5EF4-FFF2-40B4-BE49-F238E27FC236}">
                <a16:creationId xmlns:a16="http://schemas.microsoft.com/office/drawing/2014/main" id="{5E7AB366-C384-778D-6FC4-CAE297002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3977" y="1905901"/>
            <a:ext cx="10096500" cy="449904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90B2C7F-4109-8A75-500D-BC368456C761}"/>
              </a:ext>
            </a:extLst>
          </p:cNvPr>
          <p:cNvSpPr txBox="1"/>
          <p:nvPr/>
        </p:nvSpPr>
        <p:spPr>
          <a:xfrm>
            <a:off x="1058615" y="475028"/>
            <a:ext cx="921823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3200" b="1"/>
              <a:t>CNN performance: best scores: </a:t>
            </a:r>
          </a:p>
          <a:p>
            <a:pPr algn="ctr"/>
            <a:r>
              <a:rPr lang="it-IT" sz="3200" b="1" err="1"/>
              <a:t>loss</a:t>
            </a:r>
            <a:r>
              <a:rPr lang="it-IT" sz="3200" b="1"/>
              <a:t>=0.2322 , </a:t>
            </a:r>
            <a:r>
              <a:rPr lang="it-IT" sz="3200" b="1" err="1"/>
              <a:t>accuracy</a:t>
            </a:r>
            <a:r>
              <a:rPr lang="it-IT" sz="3200" b="1"/>
              <a:t>=90.75%</a:t>
            </a:r>
          </a:p>
        </p:txBody>
      </p:sp>
    </p:spTree>
    <p:extLst>
      <p:ext uri="{BB962C8B-B14F-4D97-AF65-F5344CB8AC3E}">
        <p14:creationId xmlns:p14="http://schemas.microsoft.com/office/powerpoint/2010/main" val="363903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017AA-1B79-2A15-A0E5-DE45EF60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42" y="199187"/>
            <a:ext cx="10192954" cy="1211132"/>
          </a:xfrm>
        </p:spPr>
        <p:txBody>
          <a:bodyPr anchor="ctr"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br>
              <a:rPr lang="it-IT"/>
            </a:br>
            <a:br>
              <a:rPr lang="it-IT"/>
            </a:br>
            <a:br>
              <a:rPr lang="it-IT"/>
            </a:br>
            <a:r>
              <a:rPr lang="it-IT" sz="3200"/>
              <a:t>    </a:t>
            </a:r>
            <a:r>
              <a:rPr lang="it-IT"/>
              <a:t>VGG16 performance: best scores: </a:t>
            </a:r>
            <a:endParaRPr lang="en-US" b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it-IT" err="1"/>
              <a:t>loss</a:t>
            </a:r>
            <a:r>
              <a:rPr lang="it-IT"/>
              <a:t>=0.7594 , </a:t>
            </a:r>
            <a:r>
              <a:rPr lang="it-IT" err="1"/>
              <a:t>accuracy</a:t>
            </a:r>
            <a:r>
              <a:rPr lang="it-IT"/>
              <a:t>=91.50%</a:t>
            </a:r>
            <a:endParaRPr lang="en-US" b="0"/>
          </a:p>
          <a:p>
            <a:pPr algn="ctr"/>
            <a:r>
              <a:rPr lang="it-IT"/>
              <a:t> </a:t>
            </a:r>
            <a:br>
              <a:rPr lang="it-IT"/>
            </a:br>
            <a:endParaRPr lang="it-IT"/>
          </a:p>
        </p:txBody>
      </p:sp>
      <p:pic>
        <p:nvPicPr>
          <p:cNvPr id="4" name="Content Placeholder 3" descr="A graph of loss and loss&#10;&#10;AI-generated content may be incorrect.">
            <a:extLst>
              <a:ext uri="{FF2B5EF4-FFF2-40B4-BE49-F238E27FC236}">
                <a16:creationId xmlns:a16="http://schemas.microsoft.com/office/drawing/2014/main" id="{B5BB781A-1306-C211-FD3B-DCF53311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" t="1846" r="2570" b="3692"/>
          <a:stretch>
            <a:fillRect/>
          </a:stretch>
        </p:blipFill>
        <p:spPr>
          <a:xfrm>
            <a:off x="1065775" y="1960140"/>
            <a:ext cx="10065018" cy="41603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70AE39-FEE4-6245-2BC9-23EFADB0EAA4}"/>
              </a:ext>
            </a:extLst>
          </p:cNvPr>
          <p:cNvSpPr txBox="1"/>
          <p:nvPr/>
        </p:nvSpPr>
        <p:spPr>
          <a:xfrm>
            <a:off x="10152" y="-1274"/>
            <a:ext cx="12185647" cy="195641"/>
          </a:xfrm>
          <a:prstGeom prst="rect">
            <a:avLst/>
          </a:prstGeom>
          <a:solidFill>
            <a:schemeClr val="accent4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01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BEB0F-9160-571E-2516-13978AE8E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9943"/>
            <a:ext cx="10515600" cy="7438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kern="1200">
                <a:latin typeface="+mj-lt"/>
                <a:ea typeface="+mj-ea"/>
                <a:cs typeface="+mj-cs"/>
              </a:rPr>
              <a:t>EfficientNetB0 performance</a:t>
            </a:r>
            <a:r>
              <a:rPr lang="it-IT"/>
              <a:t>: best scores: </a:t>
            </a:r>
            <a:endParaRPr lang="en-US" b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it-IT" err="1"/>
              <a:t>loss</a:t>
            </a:r>
            <a:r>
              <a:rPr lang="it-IT"/>
              <a:t>=0.2073 , </a:t>
            </a:r>
            <a:r>
              <a:rPr lang="it-IT" err="1"/>
              <a:t>accuracy</a:t>
            </a:r>
            <a:r>
              <a:rPr lang="it-IT"/>
              <a:t>=93.25%</a:t>
            </a:r>
            <a:endParaRPr lang="en-US" b="0"/>
          </a:p>
          <a:p>
            <a:pPr algn="ctr"/>
            <a:br>
              <a:rPr lang="en-US" sz="3300" kern="1200"/>
            </a:br>
            <a:endParaRPr lang="en-US" sz="3300" b="0" kern="1200">
              <a:latin typeface="+mj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CEAD01-A4E4-CCAE-EA54-477E58B22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" b="-367"/>
          <a:stretch>
            <a:fillRect/>
          </a:stretch>
        </p:blipFill>
        <p:spPr>
          <a:xfrm>
            <a:off x="838200" y="1987849"/>
            <a:ext cx="10512547" cy="41654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9364C9-5AC0-9090-8C2D-7B597FB0D046}"/>
              </a:ext>
            </a:extLst>
          </p:cNvPr>
          <p:cNvSpPr txBox="1"/>
          <p:nvPr/>
        </p:nvSpPr>
        <p:spPr>
          <a:xfrm>
            <a:off x="3960" y="6679574"/>
            <a:ext cx="12184094" cy="183992"/>
          </a:xfrm>
          <a:prstGeom prst="rect">
            <a:avLst/>
          </a:prstGeom>
          <a:solidFill>
            <a:schemeClr val="accent4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3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347367-2A9D-EF63-E588-CE16F2E8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it-IT" err="1"/>
              <a:t>Final</a:t>
            </a:r>
            <a:r>
              <a:rPr lang="it-IT"/>
              <a:t> </a:t>
            </a:r>
            <a:r>
              <a:rPr lang="it-IT" err="1"/>
              <a:t>decision</a:t>
            </a:r>
            <a:r>
              <a:rPr lang="it-IT"/>
              <a:t> for the model: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FCC5A2-3B98-B8AF-9572-D30FBD07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210" y="2751977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it-IT" err="1">
                <a:ea typeface="+mn-lt"/>
                <a:cs typeface="+mn-lt"/>
              </a:rPr>
              <a:t>We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choose</a:t>
            </a:r>
            <a:r>
              <a:rPr lang="it-IT">
                <a:ea typeface="+mn-lt"/>
                <a:cs typeface="+mn-lt"/>
              </a:rPr>
              <a:t> the model</a:t>
            </a:r>
            <a:r>
              <a:rPr lang="it-IT" b="1">
                <a:ea typeface="+mn-lt"/>
                <a:cs typeface="+mn-lt"/>
              </a:rPr>
              <a:t> EfficientNetB0</a:t>
            </a:r>
            <a:r>
              <a:rPr lang="it-IT"/>
              <a:t>: best test performance -</a:t>
            </a:r>
            <a:r>
              <a:rPr lang="it-IT" b="1"/>
              <a:t> </a:t>
            </a:r>
            <a:r>
              <a:rPr lang="it-IT" b="1" err="1"/>
              <a:t>accuracy</a:t>
            </a:r>
            <a:r>
              <a:rPr lang="it-IT" b="1"/>
              <a:t> of 93.25% </a:t>
            </a:r>
            <a:r>
              <a:rPr lang="it-IT"/>
              <a:t>and</a:t>
            </a:r>
            <a:r>
              <a:rPr lang="it-IT" b="1"/>
              <a:t> </a:t>
            </a:r>
            <a:r>
              <a:rPr lang="it-IT" b="1" err="1"/>
              <a:t>loss</a:t>
            </a:r>
            <a:r>
              <a:rPr lang="it-IT" b="1"/>
              <a:t> of 0.2073.</a:t>
            </a:r>
          </a:p>
          <a:p>
            <a:pPr marL="0" indent="0">
              <a:lnSpc>
                <a:spcPct val="110000"/>
              </a:lnSpc>
              <a:buNone/>
            </a:pPr>
            <a:endParaRPr lang="it-IT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it-IT" err="1">
                <a:ea typeface="+mn-lt"/>
                <a:cs typeface="+mn-lt"/>
              </a:rPr>
              <a:t>We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trained</a:t>
            </a:r>
            <a:r>
              <a:rPr lang="it-IT">
                <a:ea typeface="+mn-lt"/>
                <a:cs typeface="+mn-lt"/>
              </a:rPr>
              <a:t> the model </a:t>
            </a:r>
            <a:r>
              <a:rPr lang="it-IT" err="1">
                <a:ea typeface="+mn-lt"/>
                <a:cs typeface="+mn-lt"/>
              </a:rPr>
              <a:t>again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increasing</a:t>
            </a:r>
            <a:r>
              <a:rPr lang="it-IT">
                <a:ea typeface="+mn-lt"/>
                <a:cs typeface="+mn-lt"/>
              </a:rPr>
              <a:t> the size of the images (126 x 126). </a:t>
            </a:r>
            <a:endParaRPr lang="it-IT"/>
          </a:p>
          <a:p>
            <a:pPr marL="0" indent="0">
              <a:lnSpc>
                <a:spcPct val="110000"/>
              </a:lnSpc>
              <a:buNone/>
            </a:pPr>
            <a:r>
              <a:rPr lang="it-IT">
                <a:ea typeface="+mn-lt"/>
                <a:cs typeface="+mn-lt"/>
              </a:rPr>
              <a:t>                              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it-IT">
                <a:ea typeface="+mn-lt"/>
                <a:cs typeface="+mn-lt"/>
              </a:rPr>
              <a:t>The </a:t>
            </a:r>
            <a:r>
              <a:rPr lang="it-IT" err="1">
                <a:ea typeface="+mn-lt"/>
                <a:cs typeface="+mn-lt"/>
              </a:rPr>
              <a:t>final</a:t>
            </a:r>
            <a:r>
              <a:rPr lang="it-IT">
                <a:ea typeface="+mn-lt"/>
                <a:cs typeface="+mn-lt"/>
              </a:rPr>
              <a:t> model </a:t>
            </a:r>
            <a:r>
              <a:rPr lang="it-IT" err="1">
                <a:ea typeface="+mn-lt"/>
                <a:cs typeface="+mn-lt"/>
              </a:rPr>
              <a:t>achieved</a:t>
            </a:r>
            <a:r>
              <a:rPr lang="it-IT">
                <a:ea typeface="+mn-lt"/>
                <a:cs typeface="+mn-lt"/>
              </a:rPr>
              <a:t> strong performance on the test set: </a:t>
            </a:r>
            <a:r>
              <a:rPr lang="it-IT" b="1" err="1">
                <a:ea typeface="+mn-lt"/>
                <a:cs typeface="+mn-lt"/>
              </a:rPr>
              <a:t>accuracy</a:t>
            </a:r>
            <a:r>
              <a:rPr lang="it-IT" b="1">
                <a:ea typeface="+mn-lt"/>
                <a:cs typeface="+mn-lt"/>
              </a:rPr>
              <a:t>=95.75%, </a:t>
            </a:r>
            <a:r>
              <a:rPr lang="it-IT" b="1" err="1">
                <a:ea typeface="+mn-lt"/>
                <a:cs typeface="+mn-lt"/>
              </a:rPr>
              <a:t>loss</a:t>
            </a:r>
            <a:r>
              <a:rPr lang="it-IT" b="1">
                <a:ea typeface="+mn-lt"/>
                <a:cs typeface="+mn-lt"/>
              </a:rPr>
              <a:t>=0.1884 </a:t>
            </a:r>
            <a:r>
              <a:rPr lang="it-IT">
                <a:ea typeface="+mn-lt"/>
                <a:cs typeface="+mn-lt"/>
              </a:rPr>
              <a:t>and </a:t>
            </a:r>
            <a:r>
              <a:rPr lang="it-IT" b="1">
                <a:ea typeface="+mn-lt"/>
                <a:cs typeface="+mn-lt"/>
              </a:rPr>
              <a:t>recall=96.79%.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42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C3E04-2DEF-5F11-7400-EEDB132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25" y="1238081"/>
            <a:ext cx="4709345" cy="962953"/>
          </a:xfrm>
        </p:spPr>
        <p:txBody>
          <a:bodyPr anchor="b">
            <a:normAutofit/>
          </a:bodyPr>
          <a:lstStyle/>
          <a:p>
            <a:r>
              <a:rPr lang="en-US" sz="2900">
                <a:ea typeface="+mj-lt"/>
                <a:cs typeface="+mj-lt"/>
              </a:rPr>
              <a:t>Skin Cancer Classifier – Interactive Demo</a:t>
            </a:r>
            <a:endParaRPr lang="it-IT" sz="290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A73AD-AD0A-35BD-645B-1A783F28D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393" y="2508105"/>
            <a:ext cx="5286287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We deployed the trained model on </a:t>
            </a:r>
            <a:r>
              <a:rPr lang="en-US" b="1">
                <a:ea typeface="+mn-lt"/>
                <a:cs typeface="+mn-lt"/>
              </a:rPr>
              <a:t>Hugging Face</a:t>
            </a:r>
            <a:r>
              <a:rPr lang="en-US">
                <a:ea typeface="+mn-lt"/>
                <a:cs typeface="+mn-lt"/>
              </a:rPr>
              <a:t>, providing an </a:t>
            </a:r>
            <a:r>
              <a:rPr lang="en-US">
                <a:ea typeface="+mn-lt"/>
                <a:cs typeface="+mn-lt"/>
                <a:hlinkClick r:id="rId2"/>
              </a:rPr>
              <a:t>interactive interface</a:t>
            </a:r>
            <a:r>
              <a:rPr lang="en-US">
                <a:ea typeface="+mn-lt"/>
                <a:cs typeface="+mn-lt"/>
              </a:rPr>
              <a:t> that enables users to upload images and receive instant predictions</a:t>
            </a:r>
          </a:p>
          <a:p>
            <a:endParaRPr lang="en-US">
              <a:ea typeface="+mn-lt"/>
              <a:cs typeface="+mn-lt"/>
            </a:endParaRPr>
          </a:p>
        </p:txBody>
      </p:sp>
      <p:pic>
        <p:nvPicPr>
          <p:cNvPr id="4" name="Picture 3" descr="A yellow emoji with hands on it&#10;&#10;AI-generated content may be incorrect.">
            <a:extLst>
              <a:ext uri="{FF2B5EF4-FFF2-40B4-BE49-F238E27FC236}">
                <a16:creationId xmlns:a16="http://schemas.microsoft.com/office/drawing/2014/main" id="{C6F8EE6B-FAA0-28D2-8DB2-592CC29E9C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94" r="2" b="2"/>
          <a:stretch>
            <a:fillRect/>
          </a:stretch>
        </p:blipFill>
        <p:spPr>
          <a:xfrm>
            <a:off x="6538366" y="1383738"/>
            <a:ext cx="4929098" cy="475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7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F5162-85C6-397D-E246-5E137D33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D0EAD-F0A9-DBBE-604A-9E82341BF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625062"/>
            <a:ext cx="9941319" cy="3124658"/>
          </a:xfrm>
        </p:spPr>
        <p:txBody>
          <a:bodyPr anchor="ctr">
            <a:normAutofit lnSpcReduction="10000"/>
          </a:bodyPr>
          <a:lstStyle/>
          <a:p>
            <a:r>
              <a:rPr lang="en-US" sz="2400"/>
              <a:t>Deep learning is effective for skin cancer detection.</a:t>
            </a:r>
            <a:endParaRPr lang="en-US"/>
          </a:p>
          <a:p>
            <a:endParaRPr lang="en-US" sz="2400"/>
          </a:p>
          <a:p>
            <a:r>
              <a:rPr lang="en-US" sz="2400"/>
              <a:t>Demo app enables interactive testing and visualization.</a:t>
            </a:r>
          </a:p>
          <a:p>
            <a:endParaRPr lang="en-US" sz="240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With access to more GPU resources, the model could be trained on a larger dataset, potentially achieving  even better results.</a:t>
            </a:r>
            <a:endParaRPr lang="en-US" sz="2400"/>
          </a:p>
          <a:p>
            <a:endParaRPr lang="en-US" sz="2400"/>
          </a:p>
          <a:p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82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4" name="Freeform: Shape 6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6" name="Freeform: Shape 6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81770E9-D175-7435-3DC0-7B6A0FFDF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309052"/>
            <a:ext cx="9144000" cy="19424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latin typeface="+mj-lt"/>
                <a:ea typeface="+mj-ea"/>
                <a:cs typeface="+mj-cs"/>
              </a:rPr>
              <a:t>              Thank you</a:t>
            </a:r>
            <a:r>
              <a:rPr lang="en-US" sz="7200"/>
              <a:t>!</a:t>
            </a:r>
            <a:endParaRPr lang="en-US" sz="7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64FB2-C877-54CF-5306-C4071B1666F0}"/>
              </a:ext>
            </a:extLst>
          </p:cNvPr>
          <p:cNvSpPr txBox="1"/>
          <p:nvPr/>
        </p:nvSpPr>
        <p:spPr>
          <a:xfrm rot="-10800000" flipV="1">
            <a:off x="3048000" y="435233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Thank you for your attention.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We are happy to answer any question.</a:t>
            </a:r>
          </a:p>
        </p:txBody>
      </p:sp>
    </p:spTree>
    <p:extLst>
      <p:ext uri="{BB962C8B-B14F-4D97-AF65-F5344CB8AC3E}">
        <p14:creationId xmlns:p14="http://schemas.microsoft.com/office/powerpoint/2010/main" val="25618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Helena</vt:lpstr>
      <vt:lpstr>Skin Cancer Detection Using Deep Learning Subtitle: Classifying Benign vs Malignant Skin lesions </vt:lpstr>
      <vt:lpstr>   Motivation for this project</vt:lpstr>
      <vt:lpstr>Project Objective  </vt:lpstr>
      <vt:lpstr>Data Collection   </vt:lpstr>
      <vt:lpstr>Preprocessing</vt:lpstr>
      <vt:lpstr>Challenges Faced</vt:lpstr>
      <vt:lpstr>Models we used</vt:lpstr>
      <vt:lpstr> </vt:lpstr>
      <vt:lpstr>       VGG16 performance: best scores:  loss=0.7594 , accuracy=91.50%   </vt:lpstr>
      <vt:lpstr>EfficientNetB0 performance: best scores:  loss=0.2073 , accuracy=93.25%  </vt:lpstr>
      <vt:lpstr>Final decision for the model:</vt:lpstr>
      <vt:lpstr>Skin Cancer Classifier – Interactive Demo</vt:lpstr>
      <vt:lpstr>Conclusion</vt:lpstr>
      <vt:lpstr>             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2026-01-15T10:24:30Z</dcterms:created>
  <dcterms:modified xsi:type="dcterms:W3CDTF">2026-01-21T09:08:01Z</dcterms:modified>
</cp:coreProperties>
</file>